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7341c8bd004713" /><Relationship Type="http://schemas.openxmlformats.org/officeDocument/2006/relationships/extended-properties" Target="/docProps/app.xml" Id="Rd9b045b117814dd5" /><Relationship Type="http://schemas.openxmlformats.org/officeDocument/2006/relationships/officeDocument" Target="/ppt/presentation.xml" Id="Rfb1529d28825401d" /></Relationships>
</file>

<file path=ppt/presentation.xml><?xml version="1.0" encoding="utf-8"?>
<p:presentation xmlns:p="http://schemas.openxmlformats.org/presentationml/2006/main">
  <p:sldMasterIdLst>
    <p:sldMasterId xmlns:r="http://schemas.openxmlformats.org/officeDocument/2006/relationships" id="2147483648" r:id="R1fa2e6535647444a"/>
  </p:sldMasterIdLst>
  <p:notesMasterIdLst>
    <p:notesMasterId xmlns:r="http://schemas.openxmlformats.org/officeDocument/2006/relationships" r:id="R896cbf9bb6bc44e6"/>
  </p:notesMasterIdLst>
  <p:sldIdLst>
    <p:sldId xmlns:r="http://schemas.openxmlformats.org/officeDocument/2006/relationships" id="256" r:id="R6abef44c5673461c"/>
    <p:sldId xmlns:r="http://schemas.openxmlformats.org/officeDocument/2006/relationships" id="257" r:id="R66131c6ff6a74afb"/>
    <p:sldId xmlns:r="http://schemas.openxmlformats.org/officeDocument/2006/relationships" id="258" r:id="R23fb403be6c64fa7"/>
    <p:sldId xmlns:r="http://schemas.openxmlformats.org/officeDocument/2006/relationships" id="259" r:id="R465c9c2f16d34bd9"/>
    <p:sldId xmlns:r="http://schemas.openxmlformats.org/officeDocument/2006/relationships" id="260" r:id="Rf320847deec94437"/>
    <p:sldId xmlns:r="http://schemas.openxmlformats.org/officeDocument/2006/relationships" id="261" r:id="R13d7b4f828b94a1b"/>
    <p:sldId xmlns:r="http://schemas.openxmlformats.org/officeDocument/2006/relationships" id="262" r:id="R9b346a99cbb148af"/>
    <p:sldId xmlns:r="http://schemas.openxmlformats.org/officeDocument/2006/relationships" id="263" r:id="R948cee7da162464e"/>
    <p:sldId xmlns:r="http://schemas.openxmlformats.org/officeDocument/2006/relationships" id="264" r:id="R25a1424ccd5948c0"/>
    <p:sldId xmlns:r="http://schemas.openxmlformats.org/officeDocument/2006/relationships" id="265" r:id="Reff52aaf944f43f0"/>
    <p:sldId xmlns:r="http://schemas.openxmlformats.org/officeDocument/2006/relationships" id="266" r:id="R875aeda4a0294383"/>
    <p:sldId xmlns:r="http://schemas.openxmlformats.org/officeDocument/2006/relationships" id="267" r:id="R98788db19faf4c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baba7b04504560" /><Relationship Type="http://schemas.openxmlformats.org/officeDocument/2006/relationships/slideMaster" Target="/ppt/slideMasters/slideMaster1.xml" Id="R1fa2e6535647444a" /><Relationship Type="http://schemas.openxmlformats.org/officeDocument/2006/relationships/notesMaster" Target="/ppt/notesMasters/notesMaster1.xml" Id="R896cbf9bb6bc44e6" /><Relationship Type="http://schemas.openxmlformats.org/officeDocument/2006/relationships/presProps" Target="/ppt/presProps.xml" Id="Rb34ba9158f694684" /><Relationship Type="http://schemas.openxmlformats.org/officeDocument/2006/relationships/tableStyles" Target="/ppt/tableStyles.xml" Id="R0942a4b87b7640d3" /><Relationship Type="http://schemas.openxmlformats.org/officeDocument/2006/relationships/slide" Target="/ppt/slides/slide1.xml" Id="R6abef44c5673461c" /><Relationship Type="http://schemas.openxmlformats.org/officeDocument/2006/relationships/slide" Target="/ppt/slides/slide2.xml" Id="R66131c6ff6a74afb" /><Relationship Type="http://schemas.openxmlformats.org/officeDocument/2006/relationships/slide" Target="/ppt/slides/slide3.xml" Id="R23fb403be6c64fa7" /><Relationship Type="http://schemas.openxmlformats.org/officeDocument/2006/relationships/slide" Target="/ppt/slides/slide4.xml" Id="R465c9c2f16d34bd9" /><Relationship Type="http://schemas.openxmlformats.org/officeDocument/2006/relationships/slide" Target="/ppt/slides/slide5.xml" Id="Rf320847deec94437" /><Relationship Type="http://schemas.openxmlformats.org/officeDocument/2006/relationships/slide" Target="/ppt/slides/slide6.xml" Id="R13d7b4f828b94a1b" /><Relationship Type="http://schemas.openxmlformats.org/officeDocument/2006/relationships/slide" Target="/ppt/slides/slide7.xml" Id="R9b346a99cbb148af" /><Relationship Type="http://schemas.openxmlformats.org/officeDocument/2006/relationships/slide" Target="/ppt/slides/slide8.xml" Id="R948cee7da162464e" /><Relationship Type="http://schemas.openxmlformats.org/officeDocument/2006/relationships/slide" Target="/ppt/slides/slide9.xml" Id="R25a1424ccd5948c0" /><Relationship Type="http://schemas.openxmlformats.org/officeDocument/2006/relationships/slide" Target="/ppt/slides/slide10.xml" Id="Reff52aaf944f43f0" /><Relationship Type="http://schemas.openxmlformats.org/officeDocument/2006/relationships/slide" Target="/ppt/slides/slide11.xml" Id="R875aeda4a0294383" /><Relationship Type="http://schemas.openxmlformats.org/officeDocument/2006/relationships/slide" Target="/ppt/slides/slide12.xml" Id="R98788db19faf4c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c0ada085d34b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c698e981d94415" /><Relationship Type="http://schemas.openxmlformats.org/officeDocument/2006/relationships/notesMaster" Target="/ppt/notesMasters/notesMaster1.xml" Id="R4cb730f1681e41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defdf805414001" /><Relationship Type="http://schemas.openxmlformats.org/officeDocument/2006/relationships/notesMaster" Target="/ppt/notesMasters/notesMaster1.xml" Id="R959072f34e8440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3f711fea3647d1" /><Relationship Type="http://schemas.openxmlformats.org/officeDocument/2006/relationships/notesMaster" Target="/ppt/notesMasters/notesMaster1.xml" Id="R1113c73fd3d047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a4fd3efdab4b58" /><Relationship Type="http://schemas.openxmlformats.org/officeDocument/2006/relationships/notesMaster" Target="/ppt/notesMasters/notesMaster1.xml" Id="R40830364caa144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148357790c4af9" /><Relationship Type="http://schemas.openxmlformats.org/officeDocument/2006/relationships/notesMaster" Target="/ppt/notesMasters/notesMaster1.xml" Id="Rbcbec7371e6d4b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f7b8bc2aeb4226" /><Relationship Type="http://schemas.openxmlformats.org/officeDocument/2006/relationships/notesMaster" Target="/ppt/notesMasters/notesMaster1.xml" Id="R43d10188cd164e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c3c9a933204a1b" /><Relationship Type="http://schemas.openxmlformats.org/officeDocument/2006/relationships/notesMaster" Target="/ppt/notesMasters/notesMaster1.xml" Id="Ra0a873e895994d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33a0f607b9406e" /><Relationship Type="http://schemas.openxmlformats.org/officeDocument/2006/relationships/notesMaster" Target="/ppt/notesMasters/notesMaster1.xml" Id="R3549e1105a3a43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30051c3edd4deb" /><Relationship Type="http://schemas.openxmlformats.org/officeDocument/2006/relationships/notesMaster" Target="/ppt/notesMasters/notesMaster1.xml" Id="R7aed50255a254f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ccdd90068e47c7" /><Relationship Type="http://schemas.openxmlformats.org/officeDocument/2006/relationships/notesMaster" Target="/ppt/notesMasters/notesMaster1.xml" Id="Rd03de80b428e4f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5ba589fcea4fa2" /><Relationship Type="http://schemas.openxmlformats.org/officeDocument/2006/relationships/notesMaster" Target="/ppt/notesMasters/notesMaster1.xml" Id="Rda1baf45bd3f48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94f527470e4fb8" /><Relationship Type="http://schemas.openxmlformats.org/officeDocument/2006/relationships/notesMaster" Target="/ppt/notesMasters/notesMaster1.xml" Id="Rf94342ac0c9546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Version 3.3, updated 20 October 2026. Introduce local model inference, synthetic accounts and final user approval. MIST is the team institution, not a fixed user workspace label. Formal team name/roster and documents remain to be supplied. Proposed Topic A mapping is ours, not organizer approval. Source: https://www.its.ac.id/international/wp-content/uploads/sites/66/2026/10/PBCSF-Appendix-2-Problem-Description-and-Competition-Rules-for-International-Track.pdf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Explain that chat gives contextual advice; the payment route validates explicit intent before tool use. The model does not receive an execution tool. Errors stop the bounded agent; autonomous replanning is not implemented. Source: agent.mjs, chat.mjs, server.mjs.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Show actual v3.3 chat screenshot captured for this update. Discuss conditional maths-tutoring idea, 3-hour weekly limit and BDT 2,000 ceiling. The model can make mistakes; recommendations have not been validated by finance experts or representative users. Coaching uses eight in-context examples; weights were not fine-tuned. Source: chat.mjs, coaching.mjs, chat-model-manifest.json, work/media-v33/chat-evidence.json.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Current UI uses a clean included synthetic bill. OCR supports image/PDF paths; this recording uses an image. Handwritten/Bengali/noisy-bill performance is unvalidated. Budget arithmetic is deterministic and advice is conditional. Source: domain.mjs, ocr.mjs, evidence/ocr-evaluation.json.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The video executes a synthetic BDT 500 transfer after signed approval in an isolated workspace. Windows may use fingerprint, face or device PIN. No fingerprint-only claim. Flagged approvals require two distinct credentials, not proof of separate physical devices. HMAC audit can detect changes but the machine owner can replace database and key. Source: server.mjs, SECURITY.md. Physical fingerprint hardware was not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Both count and bound must pass. Bill and transfer trust are separate. Unsafe feedback locks the scope at level zero. Tiers two and three currently add evidence but no additional execution power. Synthetic benchmark cases never impersonate user feedback. Source: TRAINING_AND_TRUST.md, trust-progress.mjs, domain.mjs.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Initial run had five bill wording failures and five invented-recipient failures. Fixes were tested on the same 100-case development set. Eighty cases invoked the real local model; ten ambiguity and ten policy checks stopped before inference. Smaller groups have lower bounds: transfers91.24%, bills83.89%, analysis83.89%, ambiguity72.25%, policy72.25%. Aggregate95% does not establish each scope95%. Personal trust unchanged. Sources: evidence/automated-review-100*.json, workspace-tests.txt, workspace-data-http.json.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Clear keeps profile and enrollment; full reset removes both. Import keeps profile/passkeys but replaces financial/chat/trust/audit records. Approval is bound to the previewed dataset. External exports/backups and authenticator-held credentials remain. No forensic wipe claim. Source: PERSONAL_WORKSPACE.md and workspace-data.mjs.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Actual v3.3 Settings screen. The walkthrough demonstrates a custom import and both reset modes in an isolated recording database, without changing the user workspace. Synthetic-data labels remain. Source: work/media-v33/capture.json.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Node server on localhost4177, local model on8088 in normal use. Recording uses isolated4193/8089. Execution stays server-side. Audit is not externally immutable. Production requires identity/recovery, authorized provider integrations and independent security review. Sources: ARCHITECTURE.md, SECURITY.md.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No new model weight training. Longer chats use bounded context. This is a local single-user prototype, not a production bank app. Live PSP or bank access would require provider authorization and an approved integration. Hardware matrix, recovery, concurrency at production scale and noisy OCR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Rules rechecked20October2026: presentation≤10min, optional demo≤5min; non-on-chain evidence accepts simulated/sandbox operation logs and video. Proposed Topic A mapping, not organizer confirmation. Topic F real on-chain hash requirement is not met; Topic C needs genuine cross-border/student-finance focus. User reports five full-time MIST students in Bangladesh, all non-Chinese, registration complete; documents not inspected and formal team name missing. Published deadline20October2026 23:59Beijing=21:59Dhaka; check organizer updates. Source: https://www.its.ac.id/international/wp-content/uploads/sites/66/2026/10/PBCSF-Appendix-2-Problem-Description-and-Competition-Rules-for-International-Track.pdf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153c634f02421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d730ccd82149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24131b740446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b1e7c9b6e742c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baa045e8c0402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bad95015264f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608201-C9C7-4DB8-B787-09EB96A7AB5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6252F3-BCB4-4D65-AEAB-676874F311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8001F36-F4C1-4B16-841A-B7819EE07F7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593363-E66E-4E5C-8472-E9EFCF0754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42C4BF6-2077-4673-B912-7B7890F03AE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03F8857-B6E3-4AB2-A357-05758607BB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6342EA-7168-491D-86EC-318C1CFAFB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B83BB7-1586-44D1-9E29-D5E4CB15195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BC63DB-B2C7-4099-AC16-08D553464A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3564F0-A600-42CE-A5B0-784FFB8B35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bcf4e4614644dc" /><Relationship Type="http://schemas.openxmlformats.org/officeDocument/2006/relationships/slideLayout" Target="/ppt/slideLayouts/slideLayout1.xml" Id="R6b957ce367c24a6f" /><Relationship Type="http://schemas.openxmlformats.org/officeDocument/2006/relationships/slideLayout" Target="/ppt/slideLayouts/slideLayout2.xml" Id="Rb5439b9695364e73" /><Relationship Type="http://schemas.openxmlformats.org/officeDocument/2006/relationships/slideLayout" Target="/ppt/slideLayouts/slideLayout3.xml" Id="Re6c08ca9de4e43af" /><Relationship Type="http://schemas.openxmlformats.org/officeDocument/2006/relationships/slideLayout" Target="/ppt/slideLayouts/slideLayout4.xml" Id="R8848aadc5ae348f2" /><Relationship Type="http://schemas.openxmlformats.org/officeDocument/2006/relationships/slideLayout" Target="/ppt/slideLayouts/slideLayout5.xml" Id="R94b0fb334a0b4084" /><Relationship Type="http://schemas.openxmlformats.org/officeDocument/2006/relationships/slideLayout" Target="/ppt/slideLayouts/slideLayout6.xml" Id="R928ec70cdb4847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957ce367c24a6f"/>
    <p:sldLayoutId xmlns:r="http://schemas.openxmlformats.org/officeDocument/2006/relationships" id="2147483650" r:id="Rb5439b9695364e73"/>
    <p:sldLayoutId xmlns:r="http://schemas.openxmlformats.org/officeDocument/2006/relationships" id="2147483651" r:id="Re6c08ca9de4e43af"/>
    <p:sldLayoutId xmlns:r="http://schemas.openxmlformats.org/officeDocument/2006/relationships" id="2147483652" r:id="R8848aadc5ae348f2"/>
    <p:sldLayoutId xmlns:r="http://schemas.openxmlformats.org/officeDocument/2006/relationships" id="2147483653" r:id="R94b0fb334a0b4084"/>
    <p:sldLayoutId xmlns:r="http://schemas.openxmlformats.org/officeDocument/2006/relationships" id="2147483654" r:id="R928ec70cdb4847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6165d81ccaa4c0b" /><Relationship Type="http://schemas.openxmlformats.org/officeDocument/2006/relationships/notesSlide" Target="/ppt/notesSlides/notesSlide1.xml" Id="R06cd93e6fdbc40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1cbdd2b06041bf" /><Relationship Type="http://schemas.openxmlformats.org/officeDocument/2006/relationships/notesSlide" Target="/ppt/notesSlides/notesSlide2.xml" Id="R5f8f5a37c04e41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7bdfdfa088c464d" /><Relationship Type="http://schemas.openxmlformats.org/officeDocument/2006/relationships/image" Target="/ppt/media/image.png" Id="Rdbf4f791e8e34456" /><Relationship Type="http://schemas.openxmlformats.org/officeDocument/2006/relationships/notesSlide" Target="/ppt/notesSlides/notesSlide3.xml" Id="R332c00c663ea43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e5bea9fb66c4386" /><Relationship Type="http://schemas.openxmlformats.org/officeDocument/2006/relationships/image" Target="/ppt/media/image2.png" Id="Rc2d1594f47734e1e" /><Relationship Type="http://schemas.openxmlformats.org/officeDocument/2006/relationships/notesSlide" Target="/ppt/notesSlides/notesSlide4.xml" Id="Rf251a3fba57144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4dcb60d582c4d55" /><Relationship Type="http://schemas.openxmlformats.org/officeDocument/2006/relationships/image" Target="/ppt/media/image3.png" Id="R15baae8d14be4c8a" /><Relationship Type="http://schemas.openxmlformats.org/officeDocument/2006/relationships/notesSlide" Target="/ppt/notesSlides/notesSlide5.xml" Id="Rdb1c9dd891674d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c7abe519bd24192" /><Relationship Type="http://schemas.openxmlformats.org/officeDocument/2006/relationships/notesSlide" Target="/ppt/notesSlides/notesSlide6.xml" Id="R6571ec4eca5743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573a583809c4880" /><Relationship Type="http://schemas.openxmlformats.org/officeDocument/2006/relationships/notesSlide" Target="/ppt/notesSlides/notesSlide7.xml" Id="Rf10b8dfaf8914e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836852af7da497f" /><Relationship Type="http://schemas.openxmlformats.org/officeDocument/2006/relationships/notesSlide" Target="/ppt/notesSlides/notesSlide8.xml" Id="Re422ad24b6ac4a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b78165a3ed340ef" /><Relationship Type="http://schemas.openxmlformats.org/officeDocument/2006/relationships/image" Target="/ppt/media/image4.png" Id="Rd31fada11832488a" /><Relationship Type="http://schemas.openxmlformats.org/officeDocument/2006/relationships/notesSlide" Target="/ppt/notesSlides/notesSlide9.xml" Id="R6dcecef8a18d42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fb5e9d663744186" /><Relationship Type="http://schemas.openxmlformats.org/officeDocument/2006/relationships/notesSlide" Target="/ppt/notesSlides/notesSlide10.xml" Id="Rd68ae4e1f17246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7120e1a81ae4d0b" /><Relationship Type="http://schemas.openxmlformats.org/officeDocument/2006/relationships/notesSlide" Target="/ppt/notesSlides/notesSlide11.xml" Id="Racb3c800b5f64f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219dbc4dbba4b7a" /><Relationship Type="http://schemas.openxmlformats.org/officeDocument/2006/relationships/notesSlide" Target="/ppt/notesSlides/notesSlide12.xml" Id="R13efc0fb6be04021" /></Relationships>
</file>

<file path=ppt/slides/slide1.xml><?xml version="1.0" encoding="utf-8"?>
<p:sld xmlns:p="http://schemas.openxmlformats.org/presentationml/2006/main">
  <p:cSld>
    <p:bg>
      <p:bgPr>
        <a:solidFill xmlns:a="http://schemas.openxmlformats.org/drawingml/2006/main">
          <a:srgbClr val="10263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92D552-48DB-4C52-8BE6-505058D9D3FE}"/>
              </a:ext>
            </a:extLst>
          </p:cNvPr>
          <p:cNvSpPr>
            <a:spLocks xmlns:a="http://schemas.openxmlformats.org/drawingml/2006/main" noGrp="1"/>
          </p:cNvSpPr>
          <p:nvPr/>
        </p:nvSpPr>
        <p:spPr>
          <a:xfrm xmlns:a="http://schemas.openxmlformats.org/drawingml/2006/main">
            <a:off x="533400" y="314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ACE66A"/>
                </a:solidFill>
                <a:latin typeface="Arial"/>
                <a:ea typeface="Arial"/>
                <a:cs typeface="Arial"/>
              </a:defRPr>
            </a:defPPr>
            <a:lvl1pPr>
              <a:buNone/>
              <a:defRPr sz="1050" b="1">
                <a:solidFill>
                  <a:srgbClr val="ACE66A"/>
                </a:solidFill>
                <a:latin typeface="Arial"/>
                <a:ea typeface="Arial"/>
                <a:cs typeface="Arial"/>
              </a:defRPr>
            </a:lvl1pPr>
            <a:lvl2pPr>
              <a:buNone/>
              <a:defRPr sz="1050" b="1">
                <a:solidFill>
                  <a:srgbClr val="ACE66A"/>
                </a:solidFill>
                <a:latin typeface="Arial"/>
                <a:ea typeface="Arial"/>
                <a:cs typeface="Arial"/>
              </a:defRPr>
            </a:lvl2pPr>
            <a:lvl3pPr>
              <a:buNone/>
              <a:defRPr sz="1050" b="1">
                <a:solidFill>
                  <a:srgbClr val="ACE66A"/>
                </a:solidFill>
                <a:latin typeface="Arial"/>
                <a:ea typeface="Arial"/>
                <a:cs typeface="Arial"/>
              </a:defRPr>
            </a:lvl3pPr>
            <a:lvl4pPr>
              <a:buNone/>
              <a:defRPr sz="1050" b="1">
                <a:solidFill>
                  <a:srgbClr val="ACE66A"/>
                </a:solidFill>
                <a:latin typeface="Arial"/>
                <a:ea typeface="Arial"/>
                <a:cs typeface="Arial"/>
              </a:defRPr>
            </a:lvl4pPr>
            <a:lvl5pPr>
              <a:buNone/>
              <a:defRPr sz="1050" b="1">
                <a:solidFill>
                  <a:srgbClr val="ACE66A"/>
                </a:solidFill>
                <a:latin typeface="Arial"/>
                <a:ea typeface="Arial"/>
                <a:cs typeface="Arial"/>
              </a:defRPr>
            </a:lvl5pPr>
            <a:lvl6pPr>
              <a:buNone/>
              <a:defRPr sz="1050" b="1">
                <a:solidFill>
                  <a:srgbClr val="ACE66A"/>
                </a:solidFill>
                <a:latin typeface="Arial"/>
                <a:ea typeface="Arial"/>
                <a:cs typeface="Arial"/>
              </a:defRPr>
            </a:lvl6pPr>
            <a:lvl7pPr>
              <a:buNone/>
              <a:defRPr sz="1050" b="1">
                <a:solidFill>
                  <a:srgbClr val="ACE66A"/>
                </a:solidFill>
                <a:latin typeface="Arial"/>
                <a:ea typeface="Arial"/>
                <a:cs typeface="Arial"/>
              </a:defRPr>
            </a:lvl7pPr>
            <a:lvl8pPr>
              <a:buNone/>
              <a:defRPr sz="1050" b="1">
                <a:solidFill>
                  <a:srgbClr val="ACE66A"/>
                </a:solidFill>
                <a:latin typeface="Arial"/>
                <a:ea typeface="Arial"/>
                <a:cs typeface="Arial"/>
              </a:defRPr>
            </a:lvl8pPr>
            <a:lvl9pPr>
              <a:buNone/>
              <a:defRPr sz="1050" b="1">
                <a:solidFill>
                  <a:srgbClr val="ACE66A"/>
                </a:solidFill>
                <a:latin typeface="Arial"/>
                <a:ea typeface="Arial"/>
                <a:cs typeface="Arial"/>
              </a:defRPr>
            </a:lvl9pPr>
          </a:lstStyle>
          <a:p xmlns:a="http://schemas.openxmlformats.org/drawingml/2006/main">
            <a:pPr>
              <a:buNone/>
              <a:defRPr sz="1050" b="1">
                <a:solidFill>
                  <a:srgbClr val="ACE66A"/>
                </a:solidFill>
                <a:latin typeface="Arial"/>
                <a:ea typeface="Arial"/>
                <a:cs typeface="Arial"/>
              </a:defRPr>
            </a:pPr>
            <a:r>
              <a:rPr sz="1050" b="1">
                <a:solidFill>
                  <a:srgbClr val="ACE66A"/>
                </a:solidFill>
                <a:latin typeface="Arial"/>
                <a:ea typeface="Arial"/>
                <a:cs typeface="Arial"/>
              </a:rPr>
              <a:t>NIROB / TOPIC A · VERSION 3.3</a:t>
            </a:r>
          </a:p>
        </p:txBody>
      </p:sp>
      <p:sp>
        <p:nvSpPr>
          <p:cNvPr id="2" name="">
            <a:extLst xmlns:a="http://schemas.openxmlformats.org/drawingml/2006/main">
              <a:ext uri="{FF2B5EF4-FFF2-40B4-BE49-F238E27FC236}">
                <a16:creationId xmlns:a16="http://schemas.microsoft.com/office/drawing/2014/main" id="{A5522FD2-C2E9-4377-9CFC-325A2F82219F}"/>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vl1pPr>
              <a:buNone/>
              <a:defRPr sz="3150" b="1">
                <a:solidFill>
                  <a:srgbClr val="FFFFFF"/>
                </a:solidFill>
                <a:latin typeface="Arial"/>
                <a:ea typeface="Arial"/>
                <a:cs typeface="Arial"/>
              </a:defRPr>
            </a:lvl1pPr>
            <a:lvl2pPr>
              <a:buNone/>
              <a:defRPr sz="3150" b="1">
                <a:solidFill>
                  <a:srgbClr val="FFFFFF"/>
                </a:solidFill>
                <a:latin typeface="Arial"/>
                <a:ea typeface="Arial"/>
                <a:cs typeface="Arial"/>
              </a:defRPr>
            </a:lvl2pPr>
            <a:lvl3pPr>
              <a:buNone/>
              <a:defRPr sz="3150" b="1">
                <a:solidFill>
                  <a:srgbClr val="FFFFFF"/>
                </a:solidFill>
                <a:latin typeface="Arial"/>
                <a:ea typeface="Arial"/>
                <a:cs typeface="Arial"/>
              </a:defRPr>
            </a:lvl3pPr>
            <a:lvl4pPr>
              <a:buNone/>
              <a:defRPr sz="3150" b="1">
                <a:solidFill>
                  <a:srgbClr val="FFFFFF"/>
                </a:solidFill>
                <a:latin typeface="Arial"/>
                <a:ea typeface="Arial"/>
                <a:cs typeface="Arial"/>
              </a:defRPr>
            </a:lvl4pPr>
            <a:lvl5pPr>
              <a:buNone/>
              <a:defRPr sz="3150" b="1">
                <a:solidFill>
                  <a:srgbClr val="FFFFFF"/>
                </a:solidFill>
                <a:latin typeface="Arial"/>
                <a:ea typeface="Arial"/>
                <a:cs typeface="Arial"/>
              </a:defRPr>
            </a:lvl5pPr>
            <a:lvl6pPr>
              <a:buNone/>
              <a:defRPr sz="3150" b="1">
                <a:solidFill>
                  <a:srgbClr val="FFFFFF"/>
                </a:solidFill>
                <a:latin typeface="Arial"/>
                <a:ea typeface="Arial"/>
                <a:cs typeface="Arial"/>
              </a:defRPr>
            </a:lvl6pPr>
            <a:lvl7pPr>
              <a:buNone/>
              <a:defRPr sz="3150" b="1">
                <a:solidFill>
                  <a:srgbClr val="FFFFFF"/>
                </a:solidFill>
                <a:latin typeface="Arial"/>
                <a:ea typeface="Arial"/>
                <a:cs typeface="Arial"/>
              </a:defRPr>
            </a:lvl7pPr>
            <a:lvl8pPr>
              <a:buNone/>
              <a:defRPr sz="3150" b="1">
                <a:solidFill>
                  <a:srgbClr val="FFFFFF"/>
                </a:solidFill>
                <a:latin typeface="Arial"/>
                <a:ea typeface="Arial"/>
                <a:cs typeface="Arial"/>
              </a:defRPr>
            </a:lvl8pPr>
            <a:lvl9pPr>
              <a:buNone/>
              <a:defRPr sz="3150" b="1">
                <a:solidFill>
                  <a:srgbClr val="FFFFFF"/>
                </a:solidFill>
                <a:latin typeface="Arial"/>
                <a:ea typeface="Arial"/>
                <a:cs typeface="Arial"/>
              </a:defRPr>
            </a:lvl9pPr>
          </a:lstStyle>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Your goal. Your final approval.</a:t>
            </a:r>
          </a:p>
        </p:txBody>
      </p:sp>
      <p:sp>
        <p:nvSpPr>
          <p:cNvPr id="3" name="">
            <a:extLst xmlns:a="http://schemas.openxmlformats.org/drawingml/2006/main">
              <a:ext uri="{FF2B5EF4-FFF2-40B4-BE49-F238E27FC236}">
                <a16:creationId xmlns:a16="http://schemas.microsoft.com/office/drawing/2014/main" id="{DDC327BE-4B87-4D7C-BE9B-88F924DEE995}"/>
              </a:ext>
            </a:extLst>
          </p:cNvPr>
          <p:cNvSpPr>
            <a:spLocks xmlns:a="http://schemas.openxmlformats.org/drawingml/2006/main" noGrp="1"/>
          </p:cNvSpPr>
          <p:nvPr/>
        </p:nvSpPr>
        <p:spPr>
          <a:xfrm xmlns:a="http://schemas.openxmlformats.org/drawingml/2006/main">
            <a:off x="533400" y="644842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Synthetic accounts · Local AI · Your final approval</a:t>
            </a:r>
          </a:p>
        </p:txBody>
      </p:sp>
      <p:sp>
        <p:nvSpPr>
          <p:cNvPr id="4" name="">
            <a:extLst xmlns:a="http://schemas.openxmlformats.org/drawingml/2006/main">
              <a:ext uri="{FF2B5EF4-FFF2-40B4-BE49-F238E27FC236}">
                <a16:creationId xmlns:a16="http://schemas.microsoft.com/office/drawing/2014/main" id="{1C9CAFC9-E36A-4125-B007-9817D5423F15}"/>
              </a:ext>
            </a:extLst>
          </p:cNvPr>
          <p:cNvSpPr>
            <a:spLocks xmlns:a="http://schemas.openxmlformats.org/drawingml/2006/main" noGrp="1"/>
          </p:cNvSpPr>
          <p:nvPr/>
        </p:nvSpPr>
        <p:spPr>
          <a:xfrm xmlns:a="http://schemas.openxmlformats.org/drawingml/2006/main">
            <a:off x="1133475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CD7DC7D-3C7B-4789-A36A-F2D6484522EC}"/>
              </a:ext>
            </a:extLst>
          </p:cNvPr>
          <p:cNvSpPr>
            <a:spLocks xmlns:a="http://schemas.openxmlformats.org/drawingml/2006/main" noGrp="1"/>
          </p:cNvSpPr>
          <p:nvPr/>
        </p:nvSpPr>
        <p:spPr>
          <a:xfrm xmlns:a="http://schemas.openxmlformats.org/drawingml/2006/main">
            <a:off x="533400" y="2095500"/>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FFFFF"/>
                </a:solidFill>
                <a:latin typeface="Arial"/>
                <a:ea typeface="Arial"/>
                <a:cs typeface="Arial"/>
              </a:defRPr>
            </a:defPPr>
            <a:lvl1pPr>
              <a:buNone/>
              <a:defRPr sz="5700" b="1">
                <a:solidFill>
                  <a:srgbClr val="FFFFFF"/>
                </a:solidFill>
                <a:latin typeface="Arial"/>
                <a:ea typeface="Arial"/>
                <a:cs typeface="Arial"/>
              </a:defRPr>
            </a:lvl1pPr>
            <a:lvl2pPr>
              <a:buNone/>
              <a:defRPr sz="5700" b="1">
                <a:solidFill>
                  <a:srgbClr val="FFFFFF"/>
                </a:solidFill>
                <a:latin typeface="Arial"/>
                <a:ea typeface="Arial"/>
                <a:cs typeface="Arial"/>
              </a:defRPr>
            </a:lvl2pPr>
            <a:lvl3pPr>
              <a:buNone/>
              <a:defRPr sz="5700" b="1">
                <a:solidFill>
                  <a:srgbClr val="FFFFFF"/>
                </a:solidFill>
                <a:latin typeface="Arial"/>
                <a:ea typeface="Arial"/>
                <a:cs typeface="Arial"/>
              </a:defRPr>
            </a:lvl3pPr>
            <a:lvl4pPr>
              <a:buNone/>
              <a:defRPr sz="5700" b="1">
                <a:solidFill>
                  <a:srgbClr val="FFFFFF"/>
                </a:solidFill>
                <a:latin typeface="Arial"/>
                <a:ea typeface="Arial"/>
                <a:cs typeface="Arial"/>
              </a:defRPr>
            </a:lvl4pPr>
            <a:lvl5pPr>
              <a:buNone/>
              <a:defRPr sz="5700" b="1">
                <a:solidFill>
                  <a:srgbClr val="FFFFFF"/>
                </a:solidFill>
                <a:latin typeface="Arial"/>
                <a:ea typeface="Arial"/>
                <a:cs typeface="Arial"/>
              </a:defRPr>
            </a:lvl5pPr>
            <a:lvl6pPr>
              <a:buNone/>
              <a:defRPr sz="5700" b="1">
                <a:solidFill>
                  <a:srgbClr val="FFFFFF"/>
                </a:solidFill>
                <a:latin typeface="Arial"/>
                <a:ea typeface="Arial"/>
                <a:cs typeface="Arial"/>
              </a:defRPr>
            </a:lvl6pPr>
            <a:lvl7pPr>
              <a:buNone/>
              <a:defRPr sz="5700" b="1">
                <a:solidFill>
                  <a:srgbClr val="FFFFFF"/>
                </a:solidFill>
                <a:latin typeface="Arial"/>
                <a:ea typeface="Arial"/>
                <a:cs typeface="Arial"/>
              </a:defRPr>
            </a:lvl7pPr>
            <a:lvl8pPr>
              <a:buNone/>
              <a:defRPr sz="5700" b="1">
                <a:solidFill>
                  <a:srgbClr val="FFFFFF"/>
                </a:solidFill>
                <a:latin typeface="Arial"/>
                <a:ea typeface="Arial"/>
                <a:cs typeface="Arial"/>
              </a:defRPr>
            </a:lvl8pPr>
            <a:lvl9pPr>
              <a:buNone/>
              <a:defRPr sz="5700" b="1">
                <a:solidFill>
                  <a:srgbClr val="FFFFFF"/>
                </a:solidFill>
                <a:latin typeface="Arial"/>
                <a:ea typeface="Arial"/>
                <a:cs typeface="Arial"/>
              </a:defRPr>
            </a:lvl9pPr>
          </a:lstStyle>
          <a:p xmlns:a="http://schemas.openxmlformats.org/drawingml/2006/main">
            <a:pPr>
              <a:buNone/>
              <a:defRPr sz="5700" b="1">
                <a:solidFill>
                  <a:srgbClr val="FFFFFF"/>
                </a:solidFill>
                <a:latin typeface="Arial"/>
                <a:ea typeface="Arial"/>
                <a:cs typeface="Arial"/>
              </a:defRPr>
            </a:pPr>
            <a:r>
              <a:rPr sz="5700" b="1">
                <a:solidFill>
                  <a:srgbClr val="FFFFFF"/>
                </a:solidFill>
                <a:latin typeface="Arial"/>
                <a:ea typeface="Arial"/>
                <a:cs typeface="Arial"/>
              </a:rPr>
              <a:t>Nirob</a:t>
            </a:r>
          </a:p>
        </p:txBody>
      </p:sp>
      <p:sp>
        <p:nvSpPr>
          <p:cNvPr id="6" name="">
            <a:extLst xmlns:a="http://schemas.openxmlformats.org/drawingml/2006/main">
              <a:ext uri="{FF2B5EF4-FFF2-40B4-BE49-F238E27FC236}">
                <a16:creationId xmlns:a16="http://schemas.microsoft.com/office/drawing/2014/main" id="{C46F9015-11E2-4C5B-98ED-9B7B8DCC49B2}"/>
              </a:ext>
            </a:extLst>
          </p:cNvPr>
          <p:cNvSpPr>
            <a:spLocks xmlns:a="http://schemas.openxmlformats.org/drawingml/2006/main" noGrp="1"/>
          </p:cNvSpPr>
          <p:nvPr/>
        </p:nvSpPr>
        <p:spPr>
          <a:xfrm xmlns:a="http://schemas.openxmlformats.org/drawingml/2006/main">
            <a:off x="533400" y="323850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DBE8E9"/>
                </a:solidFill>
                <a:latin typeface="Arial"/>
                <a:ea typeface="Arial"/>
                <a:cs typeface="Arial"/>
              </a:defRPr>
            </a:defPPr>
            <a:lvl1pPr>
              <a:buNone/>
              <a:defRPr sz="3000" b="0">
                <a:solidFill>
                  <a:srgbClr val="DBE8E9"/>
                </a:solidFill>
                <a:latin typeface="Arial"/>
                <a:ea typeface="Arial"/>
                <a:cs typeface="Arial"/>
              </a:defRPr>
            </a:lvl1pPr>
            <a:lvl2pPr>
              <a:buNone/>
              <a:defRPr sz="3000" b="0">
                <a:solidFill>
                  <a:srgbClr val="DBE8E9"/>
                </a:solidFill>
                <a:latin typeface="Arial"/>
                <a:ea typeface="Arial"/>
                <a:cs typeface="Arial"/>
              </a:defRPr>
            </a:lvl2pPr>
            <a:lvl3pPr>
              <a:buNone/>
              <a:defRPr sz="3000" b="0">
                <a:solidFill>
                  <a:srgbClr val="DBE8E9"/>
                </a:solidFill>
                <a:latin typeface="Arial"/>
                <a:ea typeface="Arial"/>
                <a:cs typeface="Arial"/>
              </a:defRPr>
            </a:lvl3pPr>
            <a:lvl4pPr>
              <a:buNone/>
              <a:defRPr sz="3000" b="0">
                <a:solidFill>
                  <a:srgbClr val="DBE8E9"/>
                </a:solidFill>
                <a:latin typeface="Arial"/>
                <a:ea typeface="Arial"/>
                <a:cs typeface="Arial"/>
              </a:defRPr>
            </a:lvl4pPr>
            <a:lvl5pPr>
              <a:buNone/>
              <a:defRPr sz="3000" b="0">
                <a:solidFill>
                  <a:srgbClr val="DBE8E9"/>
                </a:solidFill>
                <a:latin typeface="Arial"/>
                <a:ea typeface="Arial"/>
                <a:cs typeface="Arial"/>
              </a:defRPr>
            </a:lvl5pPr>
            <a:lvl6pPr>
              <a:buNone/>
              <a:defRPr sz="3000" b="0">
                <a:solidFill>
                  <a:srgbClr val="DBE8E9"/>
                </a:solidFill>
                <a:latin typeface="Arial"/>
                <a:ea typeface="Arial"/>
                <a:cs typeface="Arial"/>
              </a:defRPr>
            </a:lvl6pPr>
            <a:lvl7pPr>
              <a:buNone/>
              <a:defRPr sz="3000" b="0">
                <a:solidFill>
                  <a:srgbClr val="DBE8E9"/>
                </a:solidFill>
                <a:latin typeface="Arial"/>
                <a:ea typeface="Arial"/>
                <a:cs typeface="Arial"/>
              </a:defRPr>
            </a:lvl7pPr>
            <a:lvl8pPr>
              <a:buNone/>
              <a:defRPr sz="3000" b="0">
                <a:solidFill>
                  <a:srgbClr val="DBE8E9"/>
                </a:solidFill>
                <a:latin typeface="Arial"/>
                <a:ea typeface="Arial"/>
                <a:cs typeface="Arial"/>
              </a:defRPr>
            </a:lvl8pPr>
            <a:lvl9pPr>
              <a:buNone/>
              <a:defRPr sz="3000" b="0">
                <a:solidFill>
                  <a:srgbClr val="DBE8E9"/>
                </a:solidFill>
                <a:latin typeface="Arial"/>
                <a:ea typeface="Arial"/>
                <a:cs typeface="Arial"/>
              </a:defRPr>
            </a:lvl9pPr>
          </a:lstStyle>
          <a:p xmlns:a="http://schemas.openxmlformats.org/drawingml/2006/main">
            <a:pPr>
              <a:buNone/>
              <a:defRPr sz="3000" b="0">
                <a:solidFill>
                  <a:srgbClr val="DBE8E9"/>
                </a:solidFill>
                <a:latin typeface="Arial"/>
                <a:ea typeface="Arial"/>
                <a:cs typeface="Arial"/>
              </a:defRPr>
            </a:pPr>
            <a:r>
              <a:rPr sz="3000" b="0">
                <a:solidFill>
                  <a:srgbClr val="DBE8E9"/>
                </a:solidFill>
                <a:latin typeface="Arial"/>
                <a:ea typeface="Arial"/>
                <a:cs typeface="Arial"/>
              </a:rPr>
              <a:t>An earned-autonomy wallet</a:t>
            </a:r>
          </a:p>
          <a:p xmlns:a="http://schemas.openxmlformats.org/drawingml/2006/main">
            <a:pPr>
              <a:buNone/>
              <a:defRPr sz="3000" b="0">
                <a:solidFill>
                  <a:srgbClr val="DBE8E9"/>
                </a:solidFill>
                <a:latin typeface="Arial"/>
                <a:ea typeface="Arial"/>
                <a:cs typeface="Arial"/>
              </a:defRPr>
            </a:pPr>
            <a:r>
              <a:rPr sz="3000" b="0">
                <a:solidFill>
                  <a:srgbClr val="DBE8E9"/>
                </a:solidFill>
                <a:latin typeface="Arial"/>
                <a:ea typeface="Arial"/>
                <a:cs typeface="Arial"/>
              </a:rPr>
              <a:t>and financial advisor</a:t>
            </a:r>
          </a:p>
        </p:txBody>
      </p:sp>
      <p:sp>
        <p:nvSpPr>
          <p:cNvPr id="7" name="">
            <a:extLst xmlns:a="http://schemas.openxmlformats.org/drawingml/2006/main">
              <a:ext uri="{FF2B5EF4-FFF2-40B4-BE49-F238E27FC236}">
                <a16:creationId xmlns:a16="http://schemas.microsoft.com/office/drawing/2014/main" id="{3B2144F2-FEDB-478D-8742-24F51DA47603}"/>
              </a:ext>
            </a:extLst>
          </p:cNvPr>
          <p:cNvSpPr>
            <a:spLocks xmlns:a="http://schemas.openxmlformats.org/drawingml/2006/main" noGrp="1"/>
          </p:cNvSpPr>
          <p:nvPr/>
        </p:nvSpPr>
        <p:spPr>
          <a:xfrm xmlns:a="http://schemas.openxmlformats.org/drawingml/2006/main">
            <a:off x="533400" y="47625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CE66A"/>
                </a:solidFill>
                <a:latin typeface="Arial"/>
                <a:ea typeface="Arial"/>
                <a:cs typeface="Arial"/>
              </a:defRPr>
            </a:defPPr>
            <a:lvl1pPr>
              <a:buNone/>
              <a:defRPr sz="1950" b="0">
                <a:solidFill>
                  <a:srgbClr val="ACE66A"/>
                </a:solidFill>
                <a:latin typeface="Arial"/>
                <a:ea typeface="Arial"/>
                <a:cs typeface="Arial"/>
              </a:defRPr>
            </a:lvl1pPr>
            <a:lvl2pPr>
              <a:buNone/>
              <a:defRPr sz="1950" b="0">
                <a:solidFill>
                  <a:srgbClr val="ACE66A"/>
                </a:solidFill>
                <a:latin typeface="Arial"/>
                <a:ea typeface="Arial"/>
                <a:cs typeface="Arial"/>
              </a:defRPr>
            </a:lvl2pPr>
            <a:lvl3pPr>
              <a:buNone/>
              <a:defRPr sz="1950" b="0">
                <a:solidFill>
                  <a:srgbClr val="ACE66A"/>
                </a:solidFill>
                <a:latin typeface="Arial"/>
                <a:ea typeface="Arial"/>
                <a:cs typeface="Arial"/>
              </a:defRPr>
            </a:lvl3pPr>
            <a:lvl4pPr>
              <a:buNone/>
              <a:defRPr sz="1950" b="0">
                <a:solidFill>
                  <a:srgbClr val="ACE66A"/>
                </a:solidFill>
                <a:latin typeface="Arial"/>
                <a:ea typeface="Arial"/>
                <a:cs typeface="Arial"/>
              </a:defRPr>
            </a:lvl4pPr>
            <a:lvl5pPr>
              <a:buNone/>
              <a:defRPr sz="1950" b="0">
                <a:solidFill>
                  <a:srgbClr val="ACE66A"/>
                </a:solidFill>
                <a:latin typeface="Arial"/>
                <a:ea typeface="Arial"/>
                <a:cs typeface="Arial"/>
              </a:defRPr>
            </a:lvl5pPr>
            <a:lvl6pPr>
              <a:buNone/>
              <a:defRPr sz="1950" b="0">
                <a:solidFill>
                  <a:srgbClr val="ACE66A"/>
                </a:solidFill>
                <a:latin typeface="Arial"/>
                <a:ea typeface="Arial"/>
                <a:cs typeface="Arial"/>
              </a:defRPr>
            </a:lvl6pPr>
            <a:lvl7pPr>
              <a:buNone/>
              <a:defRPr sz="1950" b="0">
                <a:solidFill>
                  <a:srgbClr val="ACE66A"/>
                </a:solidFill>
                <a:latin typeface="Arial"/>
                <a:ea typeface="Arial"/>
                <a:cs typeface="Arial"/>
              </a:defRPr>
            </a:lvl7pPr>
            <a:lvl8pPr>
              <a:buNone/>
              <a:defRPr sz="1950" b="0">
                <a:solidFill>
                  <a:srgbClr val="ACE66A"/>
                </a:solidFill>
                <a:latin typeface="Arial"/>
                <a:ea typeface="Arial"/>
                <a:cs typeface="Arial"/>
              </a:defRPr>
            </a:lvl8pPr>
            <a:lvl9pPr>
              <a:buNone/>
              <a:defRPr sz="1950" b="0">
                <a:solidFill>
                  <a:srgbClr val="ACE66A"/>
                </a:solidFill>
                <a:latin typeface="Arial"/>
                <a:ea typeface="Arial"/>
                <a:cs typeface="Arial"/>
              </a:defRPr>
            </a:lvl9pPr>
          </a:lstStyle>
          <a:p xmlns:a="http://schemas.openxmlformats.org/drawingml/2006/main">
            <a:pPr>
              <a:buNone/>
              <a:defRPr sz="1950" b="0">
                <a:solidFill>
                  <a:srgbClr val="ACE66A"/>
                </a:solidFill>
                <a:latin typeface="Arial"/>
                <a:ea typeface="Arial"/>
                <a:cs typeface="Arial"/>
              </a:defRPr>
            </a:pPr>
            <a:r>
              <a:rPr sz="1950" b="0">
                <a:solidFill>
                  <a:srgbClr val="ACE66A"/>
                </a:solidFill>
                <a:latin typeface="Arial"/>
                <a:ea typeface="Arial"/>
                <a:cs typeface="Arial"/>
              </a:rPr>
              <a:t>Conversational planning with a user-approved demo ledger</a:t>
            </a:r>
          </a:p>
        </p:txBody>
      </p:sp>
      <p:sp>
        <p:nvSpPr>
          <p:cNvPr id="8" name="">
            <a:extLst xmlns:a="http://schemas.openxmlformats.org/drawingml/2006/main">
              <a:ext uri="{FF2B5EF4-FFF2-40B4-BE49-F238E27FC236}">
                <a16:creationId xmlns:a16="http://schemas.microsoft.com/office/drawing/2014/main" id="{21D7B127-3FE3-435D-91DB-DD8427961101}"/>
              </a:ext>
            </a:extLst>
          </p:cNvPr>
          <p:cNvSpPr>
            <a:spLocks xmlns:a="http://schemas.openxmlformats.org/drawingml/2006/main" noGrp="1"/>
          </p:cNvSpPr>
          <p:nvPr/>
        </p:nvSpPr>
        <p:spPr>
          <a:xfrm xmlns:a="http://schemas.openxmlformats.org/drawingml/2006/main">
            <a:off x="533400" y="5524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DBE8E9"/>
                </a:solidFill>
                <a:latin typeface="Arial"/>
                <a:ea typeface="Arial"/>
                <a:cs typeface="Arial"/>
              </a:defRPr>
            </a:defPPr>
            <a:lvl1pPr>
              <a:buNone/>
              <a:defRPr sz="1500" b="0">
                <a:solidFill>
                  <a:srgbClr val="DBE8E9"/>
                </a:solidFill>
                <a:latin typeface="Arial"/>
                <a:ea typeface="Arial"/>
                <a:cs typeface="Arial"/>
              </a:defRPr>
            </a:lvl1pPr>
            <a:lvl2pPr>
              <a:buNone/>
              <a:defRPr sz="1500" b="0">
                <a:solidFill>
                  <a:srgbClr val="DBE8E9"/>
                </a:solidFill>
                <a:latin typeface="Arial"/>
                <a:ea typeface="Arial"/>
                <a:cs typeface="Arial"/>
              </a:defRPr>
            </a:lvl2pPr>
            <a:lvl3pPr>
              <a:buNone/>
              <a:defRPr sz="1500" b="0">
                <a:solidFill>
                  <a:srgbClr val="DBE8E9"/>
                </a:solidFill>
                <a:latin typeface="Arial"/>
                <a:ea typeface="Arial"/>
                <a:cs typeface="Arial"/>
              </a:defRPr>
            </a:lvl3pPr>
            <a:lvl4pPr>
              <a:buNone/>
              <a:defRPr sz="1500" b="0">
                <a:solidFill>
                  <a:srgbClr val="DBE8E9"/>
                </a:solidFill>
                <a:latin typeface="Arial"/>
                <a:ea typeface="Arial"/>
                <a:cs typeface="Arial"/>
              </a:defRPr>
            </a:lvl4pPr>
            <a:lvl5pPr>
              <a:buNone/>
              <a:defRPr sz="1500" b="0">
                <a:solidFill>
                  <a:srgbClr val="DBE8E9"/>
                </a:solidFill>
                <a:latin typeface="Arial"/>
                <a:ea typeface="Arial"/>
                <a:cs typeface="Arial"/>
              </a:defRPr>
            </a:lvl5pPr>
            <a:lvl6pPr>
              <a:buNone/>
              <a:defRPr sz="1500" b="0">
                <a:solidFill>
                  <a:srgbClr val="DBE8E9"/>
                </a:solidFill>
                <a:latin typeface="Arial"/>
                <a:ea typeface="Arial"/>
                <a:cs typeface="Arial"/>
              </a:defRPr>
            </a:lvl6pPr>
            <a:lvl7pPr>
              <a:buNone/>
              <a:defRPr sz="1500" b="0">
                <a:solidFill>
                  <a:srgbClr val="DBE8E9"/>
                </a:solidFill>
                <a:latin typeface="Arial"/>
                <a:ea typeface="Arial"/>
                <a:cs typeface="Arial"/>
              </a:defRPr>
            </a:lvl7pPr>
            <a:lvl8pPr>
              <a:buNone/>
              <a:defRPr sz="1500" b="0">
                <a:solidFill>
                  <a:srgbClr val="DBE8E9"/>
                </a:solidFill>
                <a:latin typeface="Arial"/>
                <a:ea typeface="Arial"/>
                <a:cs typeface="Arial"/>
              </a:defRPr>
            </a:lvl8pPr>
            <a:lvl9pPr>
              <a:buNone/>
              <a:defRPr sz="1500" b="0">
                <a:solidFill>
                  <a:srgbClr val="DBE8E9"/>
                </a:solidFill>
                <a:latin typeface="Arial"/>
                <a:ea typeface="Arial"/>
                <a:cs typeface="Arial"/>
              </a:defRPr>
            </a:lvl9pPr>
          </a:lstStyle>
          <a:p xmlns:a="http://schemas.openxmlformats.org/drawingml/2006/main">
            <a:pPr>
              <a:buNone/>
              <a:defRPr sz="1500" b="0">
                <a:solidFill>
                  <a:srgbClr val="DBE8E9"/>
                </a:solidFill>
                <a:latin typeface="Arial"/>
                <a:ea typeface="Arial"/>
                <a:cs typeface="Arial"/>
              </a:defRPr>
            </a:pPr>
            <a:r>
              <a:rPr sz="1500" b="0">
                <a:solidFill>
                  <a:srgbClr val="DBE8E9"/>
                </a:solidFill>
                <a:latin typeface="Arial"/>
                <a:ea typeface="Arial"/>
                <a:cs typeface="Arial"/>
              </a:rPr>
              <a:t>Five full-time MIST students · Bangladesh</a:t>
            </a:r>
          </a:p>
          <a:p xmlns:a="http://schemas.openxmlformats.org/drawingml/2006/main">
            <a:pPr>
              <a:buNone/>
              <a:defRPr sz="1500" b="0">
                <a:solidFill>
                  <a:srgbClr val="DBE8E9"/>
                </a:solidFill>
                <a:latin typeface="Arial"/>
                <a:ea typeface="Arial"/>
                <a:cs typeface="Arial"/>
              </a:defRPr>
            </a:pPr>
            <a:r>
              <a:rPr sz="1500" b="0">
                <a:solidFill>
                  <a:srgbClr val="DBE8E9"/>
                </a:solidFill>
                <a:latin typeface="Arial"/>
                <a:ea typeface="Arial"/>
                <a:cs typeface="Arial"/>
              </a:rPr>
              <a:t>Team and registration details are user-reported.</a:t>
            </a:r>
          </a:p>
        </p:txBody>
      </p:sp>
    </p:spTree>
    <p:extLst>
      <p:ext uri="{BB962C8B-B14F-4D97-AF65-F5344CB8AC3E}">
        <p14:creationId xmlns:p14="http://schemas.microsoft.com/office/powerpoint/2010/main" val="902363335"/>
      </p:ext>
    </p:extLst>
  </p:cSld>
</p:sld>
</file>

<file path=ppt/slides/slide2.xml><?xml version="1.0" encoding="utf-8"?>
<p:sld xmlns:p="http://schemas.openxmlformats.org/presentationml/2006/main">
  <p:cSld>
    <p:bg>
      <p:bgPr>
        <a:solidFill xmlns:a="http://schemas.openxmlformats.org/drawingml/2006/main">
          <a:srgbClr val="10263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CF0B8E8-AB6F-4F5C-8211-D1081904D486}"/>
              </a:ext>
            </a:extLst>
          </p:cNvPr>
          <p:cNvSpPr>
            <a:spLocks xmlns:a="http://schemas.openxmlformats.org/drawingml/2006/main" noGrp="1"/>
          </p:cNvSpPr>
          <p:nvPr/>
        </p:nvSpPr>
        <p:spPr>
          <a:xfrm xmlns:a="http://schemas.openxmlformats.org/drawingml/2006/main">
            <a:off x="533400" y="314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ACE66A"/>
                </a:solidFill>
                <a:latin typeface="Arial"/>
                <a:ea typeface="Arial"/>
                <a:cs typeface="Arial"/>
              </a:defRPr>
            </a:defPPr>
            <a:lvl1pPr>
              <a:buNone/>
              <a:defRPr sz="1050" b="1">
                <a:solidFill>
                  <a:srgbClr val="ACE66A"/>
                </a:solidFill>
                <a:latin typeface="Arial"/>
                <a:ea typeface="Arial"/>
                <a:cs typeface="Arial"/>
              </a:defRPr>
            </a:lvl1pPr>
            <a:lvl2pPr>
              <a:buNone/>
              <a:defRPr sz="1050" b="1">
                <a:solidFill>
                  <a:srgbClr val="ACE66A"/>
                </a:solidFill>
                <a:latin typeface="Arial"/>
                <a:ea typeface="Arial"/>
                <a:cs typeface="Arial"/>
              </a:defRPr>
            </a:lvl2pPr>
            <a:lvl3pPr>
              <a:buNone/>
              <a:defRPr sz="1050" b="1">
                <a:solidFill>
                  <a:srgbClr val="ACE66A"/>
                </a:solidFill>
                <a:latin typeface="Arial"/>
                <a:ea typeface="Arial"/>
                <a:cs typeface="Arial"/>
              </a:defRPr>
            </a:lvl3pPr>
            <a:lvl4pPr>
              <a:buNone/>
              <a:defRPr sz="1050" b="1">
                <a:solidFill>
                  <a:srgbClr val="ACE66A"/>
                </a:solidFill>
                <a:latin typeface="Arial"/>
                <a:ea typeface="Arial"/>
                <a:cs typeface="Arial"/>
              </a:defRPr>
            </a:lvl4pPr>
            <a:lvl5pPr>
              <a:buNone/>
              <a:defRPr sz="1050" b="1">
                <a:solidFill>
                  <a:srgbClr val="ACE66A"/>
                </a:solidFill>
                <a:latin typeface="Arial"/>
                <a:ea typeface="Arial"/>
                <a:cs typeface="Arial"/>
              </a:defRPr>
            </a:lvl5pPr>
            <a:lvl6pPr>
              <a:buNone/>
              <a:defRPr sz="1050" b="1">
                <a:solidFill>
                  <a:srgbClr val="ACE66A"/>
                </a:solidFill>
                <a:latin typeface="Arial"/>
                <a:ea typeface="Arial"/>
                <a:cs typeface="Arial"/>
              </a:defRPr>
            </a:lvl6pPr>
            <a:lvl7pPr>
              <a:buNone/>
              <a:defRPr sz="1050" b="1">
                <a:solidFill>
                  <a:srgbClr val="ACE66A"/>
                </a:solidFill>
                <a:latin typeface="Arial"/>
                <a:ea typeface="Arial"/>
                <a:cs typeface="Arial"/>
              </a:defRPr>
            </a:lvl7pPr>
            <a:lvl8pPr>
              <a:buNone/>
              <a:defRPr sz="1050" b="1">
                <a:solidFill>
                  <a:srgbClr val="ACE66A"/>
                </a:solidFill>
                <a:latin typeface="Arial"/>
                <a:ea typeface="Arial"/>
                <a:cs typeface="Arial"/>
              </a:defRPr>
            </a:lvl8pPr>
            <a:lvl9pPr>
              <a:buNone/>
              <a:defRPr sz="1050" b="1">
                <a:solidFill>
                  <a:srgbClr val="ACE66A"/>
                </a:solidFill>
                <a:latin typeface="Arial"/>
                <a:ea typeface="Arial"/>
                <a:cs typeface="Arial"/>
              </a:defRPr>
            </a:lvl9pPr>
          </a:lstStyle>
          <a:p xmlns:a="http://schemas.openxmlformats.org/drawingml/2006/main">
            <a:pPr>
              <a:buNone/>
              <a:defRPr sz="1050" b="1">
                <a:solidFill>
                  <a:srgbClr val="ACE66A"/>
                </a:solidFill>
                <a:latin typeface="Arial"/>
                <a:ea typeface="Arial"/>
                <a:cs typeface="Arial"/>
              </a:defRPr>
            </a:pPr>
            <a:r>
              <a:rPr sz="1050" b="1">
                <a:solidFill>
                  <a:srgbClr val="ACE66A"/>
                </a:solidFill>
                <a:latin typeface="Arial"/>
                <a:ea typeface="Arial"/>
                <a:cs typeface="Arial"/>
              </a:rPr>
              <a:t>NIROB / TOPIC A · VERSION 3.3</a:t>
            </a:r>
          </a:p>
        </p:txBody>
      </p:sp>
      <p:sp>
        <p:nvSpPr>
          <p:cNvPr id="2" name="">
            <a:extLst xmlns:a="http://schemas.openxmlformats.org/drawingml/2006/main">
              <a:ext uri="{FF2B5EF4-FFF2-40B4-BE49-F238E27FC236}">
                <a16:creationId xmlns:a16="http://schemas.microsoft.com/office/drawing/2014/main" id="{5D8CCA90-0462-4D3F-A57B-0CA7B51A44FD}"/>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vl1pPr>
              <a:buNone/>
              <a:defRPr sz="3150" b="1">
                <a:solidFill>
                  <a:srgbClr val="FFFFFF"/>
                </a:solidFill>
                <a:latin typeface="Arial"/>
                <a:ea typeface="Arial"/>
                <a:cs typeface="Arial"/>
              </a:defRPr>
            </a:lvl1pPr>
            <a:lvl2pPr>
              <a:buNone/>
              <a:defRPr sz="3150" b="1">
                <a:solidFill>
                  <a:srgbClr val="FFFFFF"/>
                </a:solidFill>
                <a:latin typeface="Arial"/>
                <a:ea typeface="Arial"/>
                <a:cs typeface="Arial"/>
              </a:defRPr>
            </a:lvl2pPr>
            <a:lvl3pPr>
              <a:buNone/>
              <a:defRPr sz="3150" b="1">
                <a:solidFill>
                  <a:srgbClr val="FFFFFF"/>
                </a:solidFill>
                <a:latin typeface="Arial"/>
                <a:ea typeface="Arial"/>
                <a:cs typeface="Arial"/>
              </a:defRPr>
            </a:lvl3pPr>
            <a:lvl4pPr>
              <a:buNone/>
              <a:defRPr sz="3150" b="1">
                <a:solidFill>
                  <a:srgbClr val="FFFFFF"/>
                </a:solidFill>
                <a:latin typeface="Arial"/>
                <a:ea typeface="Arial"/>
                <a:cs typeface="Arial"/>
              </a:defRPr>
            </a:lvl4pPr>
            <a:lvl5pPr>
              <a:buNone/>
              <a:defRPr sz="3150" b="1">
                <a:solidFill>
                  <a:srgbClr val="FFFFFF"/>
                </a:solidFill>
                <a:latin typeface="Arial"/>
                <a:ea typeface="Arial"/>
                <a:cs typeface="Arial"/>
              </a:defRPr>
            </a:lvl5pPr>
            <a:lvl6pPr>
              <a:buNone/>
              <a:defRPr sz="3150" b="1">
                <a:solidFill>
                  <a:srgbClr val="FFFFFF"/>
                </a:solidFill>
                <a:latin typeface="Arial"/>
                <a:ea typeface="Arial"/>
                <a:cs typeface="Arial"/>
              </a:defRPr>
            </a:lvl6pPr>
            <a:lvl7pPr>
              <a:buNone/>
              <a:defRPr sz="3150" b="1">
                <a:solidFill>
                  <a:srgbClr val="FFFFFF"/>
                </a:solidFill>
                <a:latin typeface="Arial"/>
                <a:ea typeface="Arial"/>
                <a:cs typeface="Arial"/>
              </a:defRPr>
            </a:lvl7pPr>
            <a:lvl8pPr>
              <a:buNone/>
              <a:defRPr sz="3150" b="1">
                <a:solidFill>
                  <a:srgbClr val="FFFFFF"/>
                </a:solidFill>
                <a:latin typeface="Arial"/>
                <a:ea typeface="Arial"/>
                <a:cs typeface="Arial"/>
              </a:defRPr>
            </a:lvl8pPr>
            <a:lvl9pPr>
              <a:buNone/>
              <a:defRPr sz="3150" b="1">
                <a:solidFill>
                  <a:srgbClr val="FFFFFF"/>
                </a:solidFill>
                <a:latin typeface="Arial"/>
                <a:ea typeface="Arial"/>
                <a:cs typeface="Arial"/>
              </a:defRPr>
            </a:lvl9pPr>
          </a:lstStyle>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A goal, a checked draft, a recorded result</a:t>
            </a:r>
          </a:p>
        </p:txBody>
      </p:sp>
      <p:sp>
        <p:nvSpPr>
          <p:cNvPr id="3" name="">
            <a:extLst xmlns:a="http://schemas.openxmlformats.org/drawingml/2006/main">
              <a:ext uri="{FF2B5EF4-FFF2-40B4-BE49-F238E27FC236}">
                <a16:creationId xmlns:a16="http://schemas.microsoft.com/office/drawing/2014/main" id="{619E9B27-0EA5-4AE4-AD06-A0E7369EEDE1}"/>
              </a:ext>
            </a:extLst>
          </p:cNvPr>
          <p:cNvSpPr>
            <a:spLocks xmlns:a="http://schemas.openxmlformats.org/drawingml/2006/main" noGrp="1"/>
          </p:cNvSpPr>
          <p:nvPr/>
        </p:nvSpPr>
        <p:spPr>
          <a:xfrm xmlns:a="http://schemas.openxmlformats.org/drawingml/2006/main">
            <a:off x="533400" y="644842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Synthetic accounts · Local AI · Your final approval</a:t>
            </a:r>
          </a:p>
        </p:txBody>
      </p:sp>
      <p:sp>
        <p:nvSpPr>
          <p:cNvPr id="4" name="">
            <a:extLst xmlns:a="http://schemas.openxmlformats.org/drawingml/2006/main">
              <a:ext uri="{FF2B5EF4-FFF2-40B4-BE49-F238E27FC236}">
                <a16:creationId xmlns:a16="http://schemas.microsoft.com/office/drawing/2014/main" id="{83874F47-FFE4-4D3B-9849-48378481FD1E}"/>
              </a:ext>
            </a:extLst>
          </p:cNvPr>
          <p:cNvSpPr>
            <a:spLocks xmlns:a="http://schemas.openxmlformats.org/drawingml/2006/main" noGrp="1"/>
          </p:cNvSpPr>
          <p:nvPr/>
        </p:nvSpPr>
        <p:spPr>
          <a:xfrm xmlns:a="http://schemas.openxmlformats.org/drawingml/2006/main">
            <a:off x="1133475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FE51ADD1-2562-4B3D-BAD6-F799A66F8094}"/>
              </a:ext>
            </a:extLst>
          </p:cNvPr>
          <p:cNvSpPr>
            <a:spLocks xmlns:a="http://schemas.openxmlformats.org/drawingml/2006/main" noGrp="1"/>
          </p:cNvSpPr>
          <p:nvPr/>
        </p:nvSpPr>
        <p:spPr>
          <a:xfrm xmlns:a="http://schemas.openxmlformats.org/drawingml/2006/main">
            <a:off x="533400" y="2076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buNone/>
              <a:defRPr sz="2025" b="1">
                <a:solidFill>
                  <a:srgbClr val="ACE66A"/>
                </a:solidFill>
                <a:latin typeface="Arial"/>
                <a:ea typeface="Arial"/>
                <a:cs typeface="Arial"/>
              </a:defRPr>
            </a:lvl1pPr>
            <a:lvl2pPr>
              <a:buNone/>
              <a:defRPr sz="2025" b="1">
                <a:solidFill>
                  <a:srgbClr val="ACE66A"/>
                </a:solidFill>
                <a:latin typeface="Arial"/>
                <a:ea typeface="Arial"/>
                <a:cs typeface="Arial"/>
              </a:defRPr>
            </a:lvl2pPr>
            <a:lvl3pPr>
              <a:buNone/>
              <a:defRPr sz="2025" b="1">
                <a:solidFill>
                  <a:srgbClr val="ACE66A"/>
                </a:solidFill>
                <a:latin typeface="Arial"/>
                <a:ea typeface="Arial"/>
                <a:cs typeface="Arial"/>
              </a:defRPr>
            </a:lvl3pPr>
            <a:lvl4pPr>
              <a:buNone/>
              <a:defRPr sz="2025" b="1">
                <a:solidFill>
                  <a:srgbClr val="ACE66A"/>
                </a:solidFill>
                <a:latin typeface="Arial"/>
                <a:ea typeface="Arial"/>
                <a:cs typeface="Arial"/>
              </a:defRPr>
            </a:lvl4pPr>
            <a:lvl5pPr>
              <a:buNone/>
              <a:defRPr sz="2025" b="1">
                <a:solidFill>
                  <a:srgbClr val="ACE66A"/>
                </a:solidFill>
                <a:latin typeface="Arial"/>
                <a:ea typeface="Arial"/>
                <a:cs typeface="Arial"/>
              </a:defRPr>
            </a:lvl5pPr>
            <a:lvl6pPr>
              <a:buNone/>
              <a:defRPr sz="2025" b="1">
                <a:solidFill>
                  <a:srgbClr val="ACE66A"/>
                </a:solidFill>
                <a:latin typeface="Arial"/>
                <a:ea typeface="Arial"/>
                <a:cs typeface="Arial"/>
              </a:defRPr>
            </a:lvl6pPr>
            <a:lvl7pPr>
              <a:buNone/>
              <a:defRPr sz="2025" b="1">
                <a:solidFill>
                  <a:srgbClr val="ACE66A"/>
                </a:solidFill>
                <a:latin typeface="Arial"/>
                <a:ea typeface="Arial"/>
                <a:cs typeface="Arial"/>
              </a:defRPr>
            </a:lvl7pPr>
            <a:lvl8pPr>
              <a:buNone/>
              <a:defRPr sz="2025" b="1">
                <a:solidFill>
                  <a:srgbClr val="ACE66A"/>
                </a:solidFill>
                <a:latin typeface="Arial"/>
                <a:ea typeface="Arial"/>
                <a:cs typeface="Arial"/>
              </a:defRPr>
            </a:lvl8pPr>
            <a:lvl9pPr>
              <a:buNone/>
              <a:defRPr sz="2025" b="1">
                <a:solidFill>
                  <a:srgbClr val="ACE66A"/>
                </a:solidFill>
                <a:latin typeface="Arial"/>
                <a:ea typeface="Arial"/>
                <a:cs typeface="Arial"/>
              </a:defRPr>
            </a:lvl9pPr>
          </a:lstStyle>
          <a:p xmlns:a="http://schemas.openxmlformats.org/drawingml/2006/main">
            <a:pPr>
              <a:buNone/>
              <a:defRPr sz="2025" b="1">
                <a:solidFill>
                  <a:srgbClr val="ACE66A"/>
                </a:solidFill>
                <a:latin typeface="Arial"/>
                <a:ea typeface="Arial"/>
                <a:cs typeface="Arial"/>
              </a:defRPr>
            </a:pPr>
            <a:r>
              <a:rPr sz="2025" b="1">
                <a:solidFill>
                  <a:srgbClr val="ACE66A"/>
                </a:solidFill>
                <a:latin typeface="Arial"/>
                <a:ea typeface="Arial"/>
                <a:cs typeface="Arial"/>
              </a:rPr>
              <a:t>Understand &amp; prepare</a:t>
            </a:r>
          </a:p>
        </p:txBody>
      </p:sp>
      <p:sp>
        <p:nvSpPr>
          <p:cNvPr id="6" name="">
            <a:extLst xmlns:a="http://schemas.openxmlformats.org/drawingml/2006/main">
              <a:ext uri="{FF2B5EF4-FFF2-40B4-BE49-F238E27FC236}">
                <a16:creationId xmlns:a16="http://schemas.microsoft.com/office/drawing/2014/main" id="{73CF5412-7B1D-49C4-BCF2-6C12E014BC87}"/>
              </a:ext>
            </a:extLst>
          </p:cNvPr>
          <p:cNvSpPr>
            <a:spLocks xmlns:a="http://schemas.openxmlformats.org/drawingml/2006/main" noGrp="1"/>
          </p:cNvSpPr>
          <p:nvPr/>
        </p:nvSpPr>
        <p:spPr>
          <a:xfrm xmlns:a="http://schemas.openxmlformats.org/drawingml/2006/main">
            <a:off x="533400" y="24860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Chat about spending or income ideas; permitted tools prepare payment drafts.</a:t>
            </a:r>
          </a:p>
        </p:txBody>
      </p:sp>
      <p:sp>
        <p:nvSpPr>
          <p:cNvPr id="7" name="">
            <a:extLst xmlns:a="http://schemas.openxmlformats.org/drawingml/2006/main">
              <a:ext uri="{FF2B5EF4-FFF2-40B4-BE49-F238E27FC236}">
                <a16:creationId xmlns:a16="http://schemas.microsoft.com/office/drawing/2014/main" id="{82AA92A4-9B2C-4A82-8030-BA441EFBCE0E}"/>
              </a:ext>
            </a:extLst>
          </p:cNvPr>
          <p:cNvSpPr>
            <a:spLocks xmlns:a="http://schemas.openxmlformats.org/drawingml/2006/main" noGrp="1"/>
          </p:cNvSpPr>
          <p:nvPr/>
        </p:nvSpPr>
        <p:spPr>
          <a:xfrm xmlns:a="http://schemas.openxmlformats.org/drawingml/2006/main">
            <a:off x="533400" y="30765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buNone/>
              <a:defRPr sz="2025" b="1">
                <a:solidFill>
                  <a:srgbClr val="ACE66A"/>
                </a:solidFill>
                <a:latin typeface="Arial"/>
                <a:ea typeface="Arial"/>
                <a:cs typeface="Arial"/>
              </a:defRPr>
            </a:lvl1pPr>
            <a:lvl2pPr>
              <a:buNone/>
              <a:defRPr sz="2025" b="1">
                <a:solidFill>
                  <a:srgbClr val="ACE66A"/>
                </a:solidFill>
                <a:latin typeface="Arial"/>
                <a:ea typeface="Arial"/>
                <a:cs typeface="Arial"/>
              </a:defRPr>
            </a:lvl2pPr>
            <a:lvl3pPr>
              <a:buNone/>
              <a:defRPr sz="2025" b="1">
                <a:solidFill>
                  <a:srgbClr val="ACE66A"/>
                </a:solidFill>
                <a:latin typeface="Arial"/>
                <a:ea typeface="Arial"/>
                <a:cs typeface="Arial"/>
              </a:defRPr>
            </a:lvl3pPr>
            <a:lvl4pPr>
              <a:buNone/>
              <a:defRPr sz="2025" b="1">
                <a:solidFill>
                  <a:srgbClr val="ACE66A"/>
                </a:solidFill>
                <a:latin typeface="Arial"/>
                <a:ea typeface="Arial"/>
                <a:cs typeface="Arial"/>
              </a:defRPr>
            </a:lvl4pPr>
            <a:lvl5pPr>
              <a:buNone/>
              <a:defRPr sz="2025" b="1">
                <a:solidFill>
                  <a:srgbClr val="ACE66A"/>
                </a:solidFill>
                <a:latin typeface="Arial"/>
                <a:ea typeface="Arial"/>
                <a:cs typeface="Arial"/>
              </a:defRPr>
            </a:lvl5pPr>
            <a:lvl6pPr>
              <a:buNone/>
              <a:defRPr sz="2025" b="1">
                <a:solidFill>
                  <a:srgbClr val="ACE66A"/>
                </a:solidFill>
                <a:latin typeface="Arial"/>
                <a:ea typeface="Arial"/>
                <a:cs typeface="Arial"/>
              </a:defRPr>
            </a:lvl6pPr>
            <a:lvl7pPr>
              <a:buNone/>
              <a:defRPr sz="2025" b="1">
                <a:solidFill>
                  <a:srgbClr val="ACE66A"/>
                </a:solidFill>
                <a:latin typeface="Arial"/>
                <a:ea typeface="Arial"/>
                <a:cs typeface="Arial"/>
              </a:defRPr>
            </a:lvl7pPr>
            <a:lvl8pPr>
              <a:buNone/>
              <a:defRPr sz="2025" b="1">
                <a:solidFill>
                  <a:srgbClr val="ACE66A"/>
                </a:solidFill>
                <a:latin typeface="Arial"/>
                <a:ea typeface="Arial"/>
                <a:cs typeface="Arial"/>
              </a:defRPr>
            </a:lvl8pPr>
            <a:lvl9pPr>
              <a:buNone/>
              <a:defRPr sz="2025" b="1">
                <a:solidFill>
                  <a:srgbClr val="ACE66A"/>
                </a:solidFill>
                <a:latin typeface="Arial"/>
                <a:ea typeface="Arial"/>
                <a:cs typeface="Arial"/>
              </a:defRPr>
            </a:lvl9pPr>
          </a:lstStyle>
          <a:p xmlns:a="http://schemas.openxmlformats.org/drawingml/2006/main">
            <a:pPr>
              <a:buNone/>
              <a:defRPr sz="2025" b="1">
                <a:solidFill>
                  <a:srgbClr val="ACE66A"/>
                </a:solidFill>
                <a:latin typeface="Arial"/>
                <a:ea typeface="Arial"/>
                <a:cs typeface="Arial"/>
              </a:defRPr>
            </a:pPr>
            <a:r>
              <a:rPr sz="2025" b="1">
                <a:solidFill>
                  <a:srgbClr val="ACE66A"/>
                </a:solidFill>
                <a:latin typeface="Arial"/>
                <a:ea typeface="Arial"/>
                <a:cs typeface="Arial"/>
              </a:rPr>
              <a:t>Review &amp; authorize</a:t>
            </a:r>
          </a:p>
        </p:txBody>
      </p:sp>
      <p:sp>
        <p:nvSpPr>
          <p:cNvPr id="8" name="">
            <a:extLst xmlns:a="http://schemas.openxmlformats.org/drawingml/2006/main">
              <a:ext uri="{FF2B5EF4-FFF2-40B4-BE49-F238E27FC236}">
                <a16:creationId xmlns:a16="http://schemas.microsoft.com/office/drawing/2014/main" id="{DE074C48-1A0B-4E9A-9382-BC99D6A7D987}"/>
              </a:ext>
            </a:extLst>
          </p:cNvPr>
          <p:cNvSpPr>
            <a:spLocks xmlns:a="http://schemas.openxmlformats.org/drawingml/2006/main" noGrp="1"/>
          </p:cNvSpPr>
          <p:nvPr/>
        </p:nvSpPr>
        <p:spPr>
          <a:xfrm xmlns:a="http://schemas.openxmlformats.org/drawingml/2006/main">
            <a:off x="533400" y="34861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Inspect the exact transaction and verify a fresh passkey for every payment.</a:t>
            </a:r>
          </a:p>
        </p:txBody>
      </p:sp>
      <p:sp>
        <p:nvSpPr>
          <p:cNvPr id="9" name="">
            <a:extLst xmlns:a="http://schemas.openxmlformats.org/drawingml/2006/main">
              <a:ext uri="{FF2B5EF4-FFF2-40B4-BE49-F238E27FC236}">
                <a16:creationId xmlns:a16="http://schemas.microsoft.com/office/drawing/2014/main" id="{02B41D2C-47C1-48A0-AE10-E62E4B2F84EC}"/>
              </a:ext>
            </a:extLst>
          </p:cNvPr>
          <p:cNvSpPr>
            <a:spLocks xmlns:a="http://schemas.openxmlformats.org/drawingml/2006/main" noGrp="1"/>
          </p:cNvSpPr>
          <p:nvPr/>
        </p:nvSpPr>
        <p:spPr>
          <a:xfrm xmlns:a="http://schemas.openxmlformats.org/drawingml/2006/main">
            <a:off x="533400" y="40767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buNone/>
              <a:defRPr sz="2025" b="1">
                <a:solidFill>
                  <a:srgbClr val="ACE66A"/>
                </a:solidFill>
                <a:latin typeface="Arial"/>
                <a:ea typeface="Arial"/>
                <a:cs typeface="Arial"/>
              </a:defRPr>
            </a:lvl1pPr>
            <a:lvl2pPr>
              <a:buNone/>
              <a:defRPr sz="2025" b="1">
                <a:solidFill>
                  <a:srgbClr val="ACE66A"/>
                </a:solidFill>
                <a:latin typeface="Arial"/>
                <a:ea typeface="Arial"/>
                <a:cs typeface="Arial"/>
              </a:defRPr>
            </a:lvl2pPr>
            <a:lvl3pPr>
              <a:buNone/>
              <a:defRPr sz="2025" b="1">
                <a:solidFill>
                  <a:srgbClr val="ACE66A"/>
                </a:solidFill>
                <a:latin typeface="Arial"/>
                <a:ea typeface="Arial"/>
                <a:cs typeface="Arial"/>
              </a:defRPr>
            </a:lvl3pPr>
            <a:lvl4pPr>
              <a:buNone/>
              <a:defRPr sz="2025" b="1">
                <a:solidFill>
                  <a:srgbClr val="ACE66A"/>
                </a:solidFill>
                <a:latin typeface="Arial"/>
                <a:ea typeface="Arial"/>
                <a:cs typeface="Arial"/>
              </a:defRPr>
            </a:lvl4pPr>
            <a:lvl5pPr>
              <a:buNone/>
              <a:defRPr sz="2025" b="1">
                <a:solidFill>
                  <a:srgbClr val="ACE66A"/>
                </a:solidFill>
                <a:latin typeface="Arial"/>
                <a:ea typeface="Arial"/>
                <a:cs typeface="Arial"/>
              </a:defRPr>
            </a:lvl5pPr>
            <a:lvl6pPr>
              <a:buNone/>
              <a:defRPr sz="2025" b="1">
                <a:solidFill>
                  <a:srgbClr val="ACE66A"/>
                </a:solidFill>
                <a:latin typeface="Arial"/>
                <a:ea typeface="Arial"/>
                <a:cs typeface="Arial"/>
              </a:defRPr>
            </a:lvl6pPr>
            <a:lvl7pPr>
              <a:buNone/>
              <a:defRPr sz="2025" b="1">
                <a:solidFill>
                  <a:srgbClr val="ACE66A"/>
                </a:solidFill>
                <a:latin typeface="Arial"/>
                <a:ea typeface="Arial"/>
                <a:cs typeface="Arial"/>
              </a:defRPr>
            </a:lvl7pPr>
            <a:lvl8pPr>
              <a:buNone/>
              <a:defRPr sz="2025" b="1">
                <a:solidFill>
                  <a:srgbClr val="ACE66A"/>
                </a:solidFill>
                <a:latin typeface="Arial"/>
                <a:ea typeface="Arial"/>
                <a:cs typeface="Arial"/>
              </a:defRPr>
            </a:lvl8pPr>
            <a:lvl9pPr>
              <a:buNone/>
              <a:defRPr sz="2025" b="1">
                <a:solidFill>
                  <a:srgbClr val="ACE66A"/>
                </a:solidFill>
                <a:latin typeface="Arial"/>
                <a:ea typeface="Arial"/>
                <a:cs typeface="Arial"/>
              </a:defRPr>
            </a:lvl9pPr>
          </a:lstStyle>
          <a:p xmlns:a="http://schemas.openxmlformats.org/drawingml/2006/main">
            <a:pPr>
              <a:buNone/>
              <a:defRPr sz="2025" b="1">
                <a:solidFill>
                  <a:srgbClr val="ACE66A"/>
                </a:solidFill>
                <a:latin typeface="Arial"/>
                <a:ea typeface="Arial"/>
                <a:cs typeface="Arial"/>
              </a:defRPr>
            </a:pPr>
            <a:r>
              <a:rPr sz="2025" b="1">
                <a:solidFill>
                  <a:srgbClr val="ACE66A"/>
                </a:solidFill>
                <a:latin typeface="Arial"/>
                <a:ea typeface="Arial"/>
                <a:cs typeface="Arial"/>
              </a:rPr>
              <a:t>Record &amp; review</a:t>
            </a:r>
          </a:p>
        </p:txBody>
      </p:sp>
      <p:sp>
        <p:nvSpPr>
          <p:cNvPr id="10" name="">
            <a:extLst xmlns:a="http://schemas.openxmlformats.org/drawingml/2006/main">
              <a:ext uri="{FF2B5EF4-FFF2-40B4-BE49-F238E27FC236}">
                <a16:creationId xmlns:a16="http://schemas.microsoft.com/office/drawing/2014/main" id="{01CB52FF-86F1-4456-AF8B-9176BAAFEDE1}"/>
              </a:ext>
            </a:extLst>
          </p:cNvPr>
          <p:cNvSpPr>
            <a:spLocks xmlns:a="http://schemas.openxmlformats.org/drawingml/2006/main" noGrp="1"/>
          </p:cNvSpPr>
          <p:nvPr/>
        </p:nvSpPr>
        <p:spPr>
          <a:xfrm xmlns:a="http://schemas.openxmlformats.org/drawingml/2006/main">
            <a:off x="533400" y="44862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The demo ledger records spending; reviewed drafts can earn preparation autonomy.</a:t>
            </a:r>
          </a:p>
        </p:txBody>
      </p:sp>
    </p:spTree>
    <p:extLst>
      <p:ext uri="{BB962C8B-B14F-4D97-AF65-F5344CB8AC3E}">
        <p14:creationId xmlns:p14="http://schemas.microsoft.com/office/powerpoint/2010/main" val="1855217474"/>
      </p:ext>
    </p:extLst>
  </p:cSld>
</p:sld>
</file>

<file path=ppt/slides/slide3.xml><?xml version="1.0" encoding="utf-8"?>
<p:sld xmlns:p="http://schemas.openxmlformats.org/presentationml/2006/main">
  <p:cSld>
    <p:bg>
      <p:bgPr>
        <a:solidFill xmlns:a="http://schemas.openxmlformats.org/drawingml/2006/main">
          <a:srgbClr val="10263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84AC56-5B11-4CD9-BF97-96B37C5883DD}"/>
              </a:ext>
            </a:extLst>
          </p:cNvPr>
          <p:cNvSpPr>
            <a:spLocks xmlns:a="http://schemas.openxmlformats.org/drawingml/2006/main" noGrp="1"/>
          </p:cNvSpPr>
          <p:nvPr/>
        </p:nvSpPr>
        <p:spPr>
          <a:xfrm xmlns:a="http://schemas.openxmlformats.org/drawingml/2006/main">
            <a:off x="533400" y="314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ACE66A"/>
                </a:solidFill>
                <a:latin typeface="Arial"/>
                <a:ea typeface="Arial"/>
                <a:cs typeface="Arial"/>
              </a:defRPr>
            </a:defPPr>
            <a:lvl1pPr>
              <a:buNone/>
              <a:defRPr sz="1050" b="1">
                <a:solidFill>
                  <a:srgbClr val="ACE66A"/>
                </a:solidFill>
                <a:latin typeface="Arial"/>
                <a:ea typeface="Arial"/>
                <a:cs typeface="Arial"/>
              </a:defRPr>
            </a:lvl1pPr>
            <a:lvl2pPr>
              <a:buNone/>
              <a:defRPr sz="1050" b="1">
                <a:solidFill>
                  <a:srgbClr val="ACE66A"/>
                </a:solidFill>
                <a:latin typeface="Arial"/>
                <a:ea typeface="Arial"/>
                <a:cs typeface="Arial"/>
              </a:defRPr>
            </a:lvl2pPr>
            <a:lvl3pPr>
              <a:buNone/>
              <a:defRPr sz="1050" b="1">
                <a:solidFill>
                  <a:srgbClr val="ACE66A"/>
                </a:solidFill>
                <a:latin typeface="Arial"/>
                <a:ea typeface="Arial"/>
                <a:cs typeface="Arial"/>
              </a:defRPr>
            </a:lvl3pPr>
            <a:lvl4pPr>
              <a:buNone/>
              <a:defRPr sz="1050" b="1">
                <a:solidFill>
                  <a:srgbClr val="ACE66A"/>
                </a:solidFill>
                <a:latin typeface="Arial"/>
                <a:ea typeface="Arial"/>
                <a:cs typeface="Arial"/>
              </a:defRPr>
            </a:lvl4pPr>
            <a:lvl5pPr>
              <a:buNone/>
              <a:defRPr sz="1050" b="1">
                <a:solidFill>
                  <a:srgbClr val="ACE66A"/>
                </a:solidFill>
                <a:latin typeface="Arial"/>
                <a:ea typeface="Arial"/>
                <a:cs typeface="Arial"/>
              </a:defRPr>
            </a:lvl5pPr>
            <a:lvl6pPr>
              <a:buNone/>
              <a:defRPr sz="1050" b="1">
                <a:solidFill>
                  <a:srgbClr val="ACE66A"/>
                </a:solidFill>
                <a:latin typeface="Arial"/>
                <a:ea typeface="Arial"/>
                <a:cs typeface="Arial"/>
              </a:defRPr>
            </a:lvl6pPr>
            <a:lvl7pPr>
              <a:buNone/>
              <a:defRPr sz="1050" b="1">
                <a:solidFill>
                  <a:srgbClr val="ACE66A"/>
                </a:solidFill>
                <a:latin typeface="Arial"/>
                <a:ea typeface="Arial"/>
                <a:cs typeface="Arial"/>
              </a:defRPr>
            </a:lvl7pPr>
            <a:lvl8pPr>
              <a:buNone/>
              <a:defRPr sz="1050" b="1">
                <a:solidFill>
                  <a:srgbClr val="ACE66A"/>
                </a:solidFill>
                <a:latin typeface="Arial"/>
                <a:ea typeface="Arial"/>
                <a:cs typeface="Arial"/>
              </a:defRPr>
            </a:lvl8pPr>
            <a:lvl9pPr>
              <a:buNone/>
              <a:defRPr sz="1050" b="1">
                <a:solidFill>
                  <a:srgbClr val="ACE66A"/>
                </a:solidFill>
                <a:latin typeface="Arial"/>
                <a:ea typeface="Arial"/>
                <a:cs typeface="Arial"/>
              </a:defRPr>
            </a:lvl9pPr>
          </a:lstStyle>
          <a:p xmlns:a="http://schemas.openxmlformats.org/drawingml/2006/main">
            <a:pPr>
              <a:buNone/>
              <a:defRPr sz="1050" b="1">
                <a:solidFill>
                  <a:srgbClr val="ACE66A"/>
                </a:solidFill>
                <a:latin typeface="Arial"/>
                <a:ea typeface="Arial"/>
                <a:cs typeface="Arial"/>
              </a:defRPr>
            </a:pPr>
            <a:r>
              <a:rPr sz="1050" b="1">
                <a:solidFill>
                  <a:srgbClr val="ACE66A"/>
                </a:solidFill>
                <a:latin typeface="Arial"/>
                <a:ea typeface="Arial"/>
                <a:cs typeface="Arial"/>
              </a:rPr>
              <a:t>NIROB / TOPIC A · VERSION 3.3</a:t>
            </a:r>
          </a:p>
        </p:txBody>
      </p:sp>
      <p:sp>
        <p:nvSpPr>
          <p:cNvPr id="2" name="">
            <a:extLst xmlns:a="http://schemas.openxmlformats.org/drawingml/2006/main">
              <a:ext uri="{FF2B5EF4-FFF2-40B4-BE49-F238E27FC236}">
                <a16:creationId xmlns:a16="http://schemas.microsoft.com/office/drawing/2014/main" id="{4831CE07-4FD1-43C2-84A6-5B7CB0ED3D4F}"/>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vl1pPr>
              <a:buNone/>
              <a:defRPr sz="3150" b="1">
                <a:solidFill>
                  <a:srgbClr val="FFFFFF"/>
                </a:solidFill>
                <a:latin typeface="Arial"/>
                <a:ea typeface="Arial"/>
                <a:cs typeface="Arial"/>
              </a:defRPr>
            </a:lvl1pPr>
            <a:lvl2pPr>
              <a:buNone/>
              <a:defRPr sz="3150" b="1">
                <a:solidFill>
                  <a:srgbClr val="FFFFFF"/>
                </a:solidFill>
                <a:latin typeface="Arial"/>
                <a:ea typeface="Arial"/>
                <a:cs typeface="Arial"/>
              </a:defRPr>
            </a:lvl2pPr>
            <a:lvl3pPr>
              <a:buNone/>
              <a:defRPr sz="3150" b="1">
                <a:solidFill>
                  <a:srgbClr val="FFFFFF"/>
                </a:solidFill>
                <a:latin typeface="Arial"/>
                <a:ea typeface="Arial"/>
                <a:cs typeface="Arial"/>
              </a:defRPr>
            </a:lvl3pPr>
            <a:lvl4pPr>
              <a:buNone/>
              <a:defRPr sz="3150" b="1">
                <a:solidFill>
                  <a:srgbClr val="FFFFFF"/>
                </a:solidFill>
                <a:latin typeface="Arial"/>
                <a:ea typeface="Arial"/>
                <a:cs typeface="Arial"/>
              </a:defRPr>
            </a:lvl4pPr>
            <a:lvl5pPr>
              <a:buNone/>
              <a:defRPr sz="3150" b="1">
                <a:solidFill>
                  <a:srgbClr val="FFFFFF"/>
                </a:solidFill>
                <a:latin typeface="Arial"/>
                <a:ea typeface="Arial"/>
                <a:cs typeface="Arial"/>
              </a:defRPr>
            </a:lvl5pPr>
            <a:lvl6pPr>
              <a:buNone/>
              <a:defRPr sz="3150" b="1">
                <a:solidFill>
                  <a:srgbClr val="FFFFFF"/>
                </a:solidFill>
                <a:latin typeface="Arial"/>
                <a:ea typeface="Arial"/>
                <a:cs typeface="Arial"/>
              </a:defRPr>
            </a:lvl6pPr>
            <a:lvl7pPr>
              <a:buNone/>
              <a:defRPr sz="3150" b="1">
                <a:solidFill>
                  <a:srgbClr val="FFFFFF"/>
                </a:solidFill>
                <a:latin typeface="Arial"/>
                <a:ea typeface="Arial"/>
                <a:cs typeface="Arial"/>
              </a:defRPr>
            </a:lvl7pPr>
            <a:lvl8pPr>
              <a:buNone/>
              <a:defRPr sz="3150" b="1">
                <a:solidFill>
                  <a:srgbClr val="FFFFFF"/>
                </a:solidFill>
                <a:latin typeface="Arial"/>
                <a:ea typeface="Arial"/>
                <a:cs typeface="Arial"/>
              </a:defRPr>
            </a:lvl8pPr>
            <a:lvl9pPr>
              <a:buNone/>
              <a:defRPr sz="3150" b="1">
                <a:solidFill>
                  <a:srgbClr val="FFFFFF"/>
                </a:solidFill>
                <a:latin typeface="Arial"/>
                <a:ea typeface="Arial"/>
                <a:cs typeface="Arial"/>
              </a:defRPr>
            </a:lvl9pPr>
          </a:lstStyle>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A conversational financial workspace</a:t>
            </a:r>
          </a:p>
        </p:txBody>
      </p:sp>
      <p:sp>
        <p:nvSpPr>
          <p:cNvPr id="3" name="">
            <a:extLst xmlns:a="http://schemas.openxmlformats.org/drawingml/2006/main">
              <a:ext uri="{FF2B5EF4-FFF2-40B4-BE49-F238E27FC236}">
                <a16:creationId xmlns:a16="http://schemas.microsoft.com/office/drawing/2014/main" id="{B3D78CBB-C6F9-4361-96DC-C212612933AC}"/>
              </a:ext>
            </a:extLst>
          </p:cNvPr>
          <p:cNvSpPr>
            <a:spLocks xmlns:a="http://schemas.openxmlformats.org/drawingml/2006/main" noGrp="1"/>
          </p:cNvSpPr>
          <p:nvPr/>
        </p:nvSpPr>
        <p:spPr>
          <a:xfrm xmlns:a="http://schemas.openxmlformats.org/drawingml/2006/main">
            <a:off x="533400" y="644842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Synthetic accounts · Local AI · Your final approval</a:t>
            </a:r>
          </a:p>
        </p:txBody>
      </p:sp>
      <p:sp>
        <p:nvSpPr>
          <p:cNvPr id="4" name="">
            <a:extLst xmlns:a="http://schemas.openxmlformats.org/drawingml/2006/main">
              <a:ext uri="{FF2B5EF4-FFF2-40B4-BE49-F238E27FC236}">
                <a16:creationId xmlns:a16="http://schemas.microsoft.com/office/drawing/2014/main" id="{7577C04C-AF26-4D07-8970-501975238FC4}"/>
              </a:ext>
            </a:extLst>
          </p:cNvPr>
          <p:cNvSpPr>
            <a:spLocks xmlns:a="http://schemas.openxmlformats.org/drawingml/2006/main" noGrp="1"/>
          </p:cNvSpPr>
          <p:nvPr/>
        </p:nvSpPr>
        <p:spPr>
          <a:xfrm xmlns:a="http://schemas.openxmlformats.org/drawingml/2006/main">
            <a:off x="1133475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73D40951-583F-4C86-9A34-1457C1EEA768}"/>
              </a:ext>
            </a:extLst>
          </p:cNvPr>
          <p:cNvSpPr>
            <a:spLocks xmlns:a="http://schemas.openxmlformats.org/drawingml/2006/main" noGrp="1"/>
          </p:cNvSpPr>
          <p:nvPr/>
        </p:nvSpPr>
        <p:spPr>
          <a:xfrm xmlns:a="http://schemas.openxmlformats.org/drawingml/2006/main">
            <a:off x="533400" y="209550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CE66A"/>
                </a:solidFill>
                <a:latin typeface="Arial"/>
                <a:ea typeface="Arial"/>
                <a:cs typeface="Arial"/>
              </a:defRPr>
            </a:defPPr>
            <a:lvl1pPr>
              <a:buNone/>
              <a:defRPr sz="1950" b="1">
                <a:solidFill>
                  <a:srgbClr val="ACE66A"/>
                </a:solidFill>
                <a:latin typeface="Arial"/>
                <a:ea typeface="Arial"/>
                <a:cs typeface="Arial"/>
              </a:defRPr>
            </a:lvl1pPr>
            <a:lvl2pPr>
              <a:buNone/>
              <a:defRPr sz="1950" b="1">
                <a:solidFill>
                  <a:srgbClr val="ACE66A"/>
                </a:solidFill>
                <a:latin typeface="Arial"/>
                <a:ea typeface="Arial"/>
                <a:cs typeface="Arial"/>
              </a:defRPr>
            </a:lvl2pPr>
            <a:lvl3pPr>
              <a:buNone/>
              <a:defRPr sz="1950" b="1">
                <a:solidFill>
                  <a:srgbClr val="ACE66A"/>
                </a:solidFill>
                <a:latin typeface="Arial"/>
                <a:ea typeface="Arial"/>
                <a:cs typeface="Arial"/>
              </a:defRPr>
            </a:lvl3pPr>
            <a:lvl4pPr>
              <a:buNone/>
              <a:defRPr sz="1950" b="1">
                <a:solidFill>
                  <a:srgbClr val="ACE66A"/>
                </a:solidFill>
                <a:latin typeface="Arial"/>
                <a:ea typeface="Arial"/>
                <a:cs typeface="Arial"/>
              </a:defRPr>
            </a:lvl4pPr>
            <a:lvl5pPr>
              <a:buNone/>
              <a:defRPr sz="1950" b="1">
                <a:solidFill>
                  <a:srgbClr val="ACE66A"/>
                </a:solidFill>
                <a:latin typeface="Arial"/>
                <a:ea typeface="Arial"/>
                <a:cs typeface="Arial"/>
              </a:defRPr>
            </a:lvl5pPr>
            <a:lvl6pPr>
              <a:buNone/>
              <a:defRPr sz="1950" b="1">
                <a:solidFill>
                  <a:srgbClr val="ACE66A"/>
                </a:solidFill>
                <a:latin typeface="Arial"/>
                <a:ea typeface="Arial"/>
                <a:cs typeface="Arial"/>
              </a:defRPr>
            </a:lvl6pPr>
            <a:lvl7pPr>
              <a:buNone/>
              <a:defRPr sz="1950" b="1">
                <a:solidFill>
                  <a:srgbClr val="ACE66A"/>
                </a:solidFill>
                <a:latin typeface="Arial"/>
                <a:ea typeface="Arial"/>
                <a:cs typeface="Arial"/>
              </a:defRPr>
            </a:lvl7pPr>
            <a:lvl8pPr>
              <a:buNone/>
              <a:defRPr sz="1950" b="1">
                <a:solidFill>
                  <a:srgbClr val="ACE66A"/>
                </a:solidFill>
                <a:latin typeface="Arial"/>
                <a:ea typeface="Arial"/>
                <a:cs typeface="Arial"/>
              </a:defRPr>
            </a:lvl8pPr>
            <a:lvl9pPr>
              <a:buNone/>
              <a:defRPr sz="1950" b="1">
                <a:solidFill>
                  <a:srgbClr val="ACE66A"/>
                </a:solidFill>
                <a:latin typeface="Arial"/>
                <a:ea typeface="Arial"/>
                <a:cs typeface="Arial"/>
              </a:defRPr>
            </a:lvl9pPr>
          </a:lstStyle>
          <a:p xmlns:a="http://schemas.openxmlformats.org/drawingml/2006/main">
            <a:pPr>
              <a:buNone/>
              <a:defRPr sz="1950" b="1">
                <a:solidFill>
                  <a:srgbClr val="ACE66A"/>
                </a:solidFill>
                <a:latin typeface="Arial"/>
                <a:ea typeface="Arial"/>
                <a:cs typeface="Arial"/>
              </a:defRPr>
            </a:pPr>
            <a:r>
              <a:rPr sz="1950" b="1">
                <a:solidFill>
                  <a:srgbClr val="ACE66A"/>
                </a:solidFill>
                <a:latin typeface="Arial"/>
                <a:ea typeface="Arial"/>
                <a:cs typeface="Arial"/>
              </a:rPr>
              <a:t>Local Qwen3-4B</a:t>
            </a:r>
          </a:p>
        </p:txBody>
      </p:sp>
      <p:sp>
        <p:nvSpPr>
          <p:cNvPr id="6" name="">
            <a:extLst xmlns:a="http://schemas.openxmlformats.org/drawingml/2006/main">
              <a:ext uri="{FF2B5EF4-FFF2-40B4-BE49-F238E27FC236}">
                <a16:creationId xmlns:a16="http://schemas.microsoft.com/office/drawing/2014/main" id="{97B0C247-0CAB-4068-9E80-1025351A6D82}"/>
              </a:ext>
            </a:extLst>
          </p:cNvPr>
          <p:cNvSpPr>
            <a:spLocks xmlns:a="http://schemas.openxmlformats.org/drawingml/2006/main" noGrp="1"/>
          </p:cNvSpPr>
          <p:nvPr/>
        </p:nvSpPr>
        <p:spPr>
          <a:xfrm xmlns:a="http://schemas.openxmlformats.org/drawingml/2006/main">
            <a:off x="533400" y="250507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Ask a question, then follow up.</a:t>
            </a:r>
          </a:p>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No cloud model API key.</a:t>
            </a:r>
          </a:p>
        </p:txBody>
      </p:sp>
      <p:sp>
        <p:nvSpPr>
          <p:cNvPr id="7" name="">
            <a:extLst xmlns:a="http://schemas.openxmlformats.org/drawingml/2006/main">
              <a:ext uri="{FF2B5EF4-FFF2-40B4-BE49-F238E27FC236}">
                <a16:creationId xmlns:a16="http://schemas.microsoft.com/office/drawing/2014/main" id="{58CE351D-ECF9-4E85-AC6A-DC688F00695F}"/>
              </a:ext>
            </a:extLst>
          </p:cNvPr>
          <p:cNvSpPr>
            <a:spLocks xmlns:a="http://schemas.openxmlformats.org/drawingml/2006/main" noGrp="1"/>
          </p:cNvSpPr>
          <p:nvPr/>
        </p:nvSpPr>
        <p:spPr>
          <a:xfrm xmlns:a="http://schemas.openxmlformats.org/drawingml/2006/main">
            <a:off x="533400" y="333375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CE66A"/>
                </a:solidFill>
                <a:latin typeface="Arial"/>
                <a:ea typeface="Arial"/>
                <a:cs typeface="Arial"/>
              </a:defRPr>
            </a:defPPr>
            <a:lvl1pPr>
              <a:buNone/>
              <a:defRPr sz="1950" b="1">
                <a:solidFill>
                  <a:srgbClr val="ACE66A"/>
                </a:solidFill>
                <a:latin typeface="Arial"/>
                <a:ea typeface="Arial"/>
                <a:cs typeface="Arial"/>
              </a:defRPr>
            </a:lvl1pPr>
            <a:lvl2pPr>
              <a:buNone/>
              <a:defRPr sz="1950" b="1">
                <a:solidFill>
                  <a:srgbClr val="ACE66A"/>
                </a:solidFill>
                <a:latin typeface="Arial"/>
                <a:ea typeface="Arial"/>
                <a:cs typeface="Arial"/>
              </a:defRPr>
            </a:lvl2pPr>
            <a:lvl3pPr>
              <a:buNone/>
              <a:defRPr sz="1950" b="1">
                <a:solidFill>
                  <a:srgbClr val="ACE66A"/>
                </a:solidFill>
                <a:latin typeface="Arial"/>
                <a:ea typeface="Arial"/>
                <a:cs typeface="Arial"/>
              </a:defRPr>
            </a:lvl3pPr>
            <a:lvl4pPr>
              <a:buNone/>
              <a:defRPr sz="1950" b="1">
                <a:solidFill>
                  <a:srgbClr val="ACE66A"/>
                </a:solidFill>
                <a:latin typeface="Arial"/>
                <a:ea typeface="Arial"/>
                <a:cs typeface="Arial"/>
              </a:defRPr>
            </a:lvl4pPr>
            <a:lvl5pPr>
              <a:buNone/>
              <a:defRPr sz="1950" b="1">
                <a:solidFill>
                  <a:srgbClr val="ACE66A"/>
                </a:solidFill>
                <a:latin typeface="Arial"/>
                <a:ea typeface="Arial"/>
                <a:cs typeface="Arial"/>
              </a:defRPr>
            </a:lvl5pPr>
            <a:lvl6pPr>
              <a:buNone/>
              <a:defRPr sz="1950" b="1">
                <a:solidFill>
                  <a:srgbClr val="ACE66A"/>
                </a:solidFill>
                <a:latin typeface="Arial"/>
                <a:ea typeface="Arial"/>
                <a:cs typeface="Arial"/>
              </a:defRPr>
            </a:lvl6pPr>
            <a:lvl7pPr>
              <a:buNone/>
              <a:defRPr sz="1950" b="1">
                <a:solidFill>
                  <a:srgbClr val="ACE66A"/>
                </a:solidFill>
                <a:latin typeface="Arial"/>
                <a:ea typeface="Arial"/>
                <a:cs typeface="Arial"/>
              </a:defRPr>
            </a:lvl7pPr>
            <a:lvl8pPr>
              <a:buNone/>
              <a:defRPr sz="1950" b="1">
                <a:solidFill>
                  <a:srgbClr val="ACE66A"/>
                </a:solidFill>
                <a:latin typeface="Arial"/>
                <a:ea typeface="Arial"/>
                <a:cs typeface="Arial"/>
              </a:defRPr>
            </a:lvl8pPr>
            <a:lvl9pPr>
              <a:buNone/>
              <a:defRPr sz="1950" b="1">
                <a:solidFill>
                  <a:srgbClr val="ACE66A"/>
                </a:solidFill>
                <a:latin typeface="Arial"/>
                <a:ea typeface="Arial"/>
                <a:cs typeface="Arial"/>
              </a:defRPr>
            </a:lvl9pPr>
          </a:lstStyle>
          <a:p xmlns:a="http://schemas.openxmlformats.org/drawingml/2006/main">
            <a:pPr>
              <a:buNone/>
              <a:defRPr sz="1950" b="1">
                <a:solidFill>
                  <a:srgbClr val="ACE66A"/>
                </a:solidFill>
                <a:latin typeface="Arial"/>
                <a:ea typeface="Arial"/>
                <a:cs typeface="Arial"/>
              </a:defRPr>
            </a:pPr>
            <a:r>
              <a:rPr sz="1950" b="1">
                <a:solidFill>
                  <a:srgbClr val="ACE66A"/>
                </a:solidFill>
                <a:latin typeface="Arial"/>
                <a:ea typeface="Arial"/>
                <a:cs typeface="Arial"/>
              </a:rPr>
              <a:t>Recorded context</a:t>
            </a:r>
          </a:p>
        </p:txBody>
      </p:sp>
      <p:sp>
        <p:nvSpPr>
          <p:cNvPr id="8" name="">
            <a:extLst xmlns:a="http://schemas.openxmlformats.org/drawingml/2006/main">
              <a:ext uri="{FF2B5EF4-FFF2-40B4-BE49-F238E27FC236}">
                <a16:creationId xmlns:a16="http://schemas.microsoft.com/office/drawing/2014/main" id="{6841D3DC-377B-4992-B71E-F1E7DD5672EA}"/>
              </a:ext>
            </a:extLst>
          </p:cNvPr>
          <p:cNvSpPr>
            <a:spLocks xmlns:a="http://schemas.openxmlformats.org/drawingml/2006/main" noGrp="1"/>
          </p:cNvSpPr>
          <p:nvPr/>
        </p:nvSpPr>
        <p:spPr>
          <a:xfrm xmlns:a="http://schemas.openxmlformats.org/drawingml/2006/main">
            <a:off x="533400" y="37433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Seven completed demo months</a:t>
            </a:r>
          </a:p>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plus the current month so far.</a:t>
            </a:r>
          </a:p>
        </p:txBody>
      </p:sp>
      <p:sp>
        <p:nvSpPr>
          <p:cNvPr id="9" name="">
            <a:extLst xmlns:a="http://schemas.openxmlformats.org/drawingml/2006/main">
              <a:ext uri="{FF2B5EF4-FFF2-40B4-BE49-F238E27FC236}">
                <a16:creationId xmlns:a16="http://schemas.microsoft.com/office/drawing/2014/main" id="{011B3F94-DA4A-46F9-B074-5DB3683F50A5}"/>
              </a:ext>
            </a:extLst>
          </p:cNvPr>
          <p:cNvSpPr>
            <a:spLocks xmlns:a="http://schemas.openxmlformats.org/drawingml/2006/main" noGrp="1"/>
          </p:cNvSpPr>
          <p:nvPr/>
        </p:nvSpPr>
        <p:spPr>
          <a:xfrm xmlns:a="http://schemas.openxmlformats.org/drawingml/2006/main">
            <a:off x="533400" y="457200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CE66A"/>
                </a:solidFill>
                <a:latin typeface="Arial"/>
                <a:ea typeface="Arial"/>
                <a:cs typeface="Arial"/>
              </a:defRPr>
            </a:defPPr>
            <a:lvl1pPr>
              <a:buNone/>
              <a:defRPr sz="1950" b="1">
                <a:solidFill>
                  <a:srgbClr val="ACE66A"/>
                </a:solidFill>
                <a:latin typeface="Arial"/>
                <a:ea typeface="Arial"/>
                <a:cs typeface="Arial"/>
              </a:defRPr>
            </a:lvl1pPr>
            <a:lvl2pPr>
              <a:buNone/>
              <a:defRPr sz="1950" b="1">
                <a:solidFill>
                  <a:srgbClr val="ACE66A"/>
                </a:solidFill>
                <a:latin typeface="Arial"/>
                <a:ea typeface="Arial"/>
                <a:cs typeface="Arial"/>
              </a:defRPr>
            </a:lvl2pPr>
            <a:lvl3pPr>
              <a:buNone/>
              <a:defRPr sz="1950" b="1">
                <a:solidFill>
                  <a:srgbClr val="ACE66A"/>
                </a:solidFill>
                <a:latin typeface="Arial"/>
                <a:ea typeface="Arial"/>
                <a:cs typeface="Arial"/>
              </a:defRPr>
            </a:lvl3pPr>
            <a:lvl4pPr>
              <a:buNone/>
              <a:defRPr sz="1950" b="1">
                <a:solidFill>
                  <a:srgbClr val="ACE66A"/>
                </a:solidFill>
                <a:latin typeface="Arial"/>
                <a:ea typeface="Arial"/>
                <a:cs typeface="Arial"/>
              </a:defRPr>
            </a:lvl4pPr>
            <a:lvl5pPr>
              <a:buNone/>
              <a:defRPr sz="1950" b="1">
                <a:solidFill>
                  <a:srgbClr val="ACE66A"/>
                </a:solidFill>
                <a:latin typeface="Arial"/>
                <a:ea typeface="Arial"/>
                <a:cs typeface="Arial"/>
              </a:defRPr>
            </a:lvl5pPr>
            <a:lvl6pPr>
              <a:buNone/>
              <a:defRPr sz="1950" b="1">
                <a:solidFill>
                  <a:srgbClr val="ACE66A"/>
                </a:solidFill>
                <a:latin typeface="Arial"/>
                <a:ea typeface="Arial"/>
                <a:cs typeface="Arial"/>
              </a:defRPr>
            </a:lvl6pPr>
            <a:lvl7pPr>
              <a:buNone/>
              <a:defRPr sz="1950" b="1">
                <a:solidFill>
                  <a:srgbClr val="ACE66A"/>
                </a:solidFill>
                <a:latin typeface="Arial"/>
                <a:ea typeface="Arial"/>
                <a:cs typeface="Arial"/>
              </a:defRPr>
            </a:lvl7pPr>
            <a:lvl8pPr>
              <a:buNone/>
              <a:defRPr sz="1950" b="1">
                <a:solidFill>
                  <a:srgbClr val="ACE66A"/>
                </a:solidFill>
                <a:latin typeface="Arial"/>
                <a:ea typeface="Arial"/>
                <a:cs typeface="Arial"/>
              </a:defRPr>
            </a:lvl8pPr>
            <a:lvl9pPr>
              <a:buNone/>
              <a:defRPr sz="1950" b="1">
                <a:solidFill>
                  <a:srgbClr val="ACE66A"/>
                </a:solidFill>
                <a:latin typeface="Arial"/>
                <a:ea typeface="Arial"/>
                <a:cs typeface="Arial"/>
              </a:defRPr>
            </a:lvl9pPr>
          </a:lstStyle>
          <a:p xmlns:a="http://schemas.openxmlformats.org/drawingml/2006/main">
            <a:pPr>
              <a:buNone/>
              <a:defRPr sz="1950" b="1">
                <a:solidFill>
                  <a:srgbClr val="ACE66A"/>
                </a:solidFill>
                <a:latin typeface="Arial"/>
                <a:ea typeface="Arial"/>
                <a:cs typeface="Arial"/>
              </a:defRPr>
            </a:pPr>
            <a:r>
              <a:rPr sz="1950" b="1">
                <a:solidFill>
                  <a:srgbClr val="ACE66A"/>
                </a:solidFill>
                <a:latin typeface="Arial"/>
                <a:ea typeface="Arial"/>
                <a:cs typeface="Arial"/>
              </a:rPr>
              <a:t>Visible assumptions</a:t>
            </a:r>
          </a:p>
        </p:txBody>
      </p:sp>
      <p:sp>
        <p:nvSpPr>
          <p:cNvPr id="10" name="">
            <a:extLst xmlns:a="http://schemas.openxmlformats.org/drawingml/2006/main">
              <a:ext uri="{FF2B5EF4-FFF2-40B4-BE49-F238E27FC236}">
                <a16:creationId xmlns:a16="http://schemas.microsoft.com/office/drawing/2014/main" id="{7C5DA6DD-4BB8-40C8-999F-F2DF93664D64}"/>
              </a:ext>
            </a:extLst>
          </p:cNvPr>
          <p:cNvSpPr>
            <a:spLocks xmlns:a="http://schemas.openxmlformats.org/drawingml/2006/main" noGrp="1"/>
          </p:cNvSpPr>
          <p:nvPr/>
        </p:nvSpPr>
        <p:spPr>
          <a:xfrm xmlns:a="http://schemas.openxmlformats.org/drawingml/2006/main">
            <a:off x="533400" y="498157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Expand the financial context.</a:t>
            </a:r>
          </a:p>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Check the suggested next steps.</a:t>
            </a:r>
          </a:p>
        </p:txBody>
      </p:sp>
      <p:pic>
        <p:nvPicPr>
          <p:cNvPr id="11" name="">
            <a:extLst xmlns:a="http://schemas.openxmlformats.org/drawingml/2006/main">
              <a:ext uri="{FF2B5EF4-FFF2-40B4-BE49-F238E27FC236}">
                <a16:creationId xmlns:a16="http://schemas.microsoft.com/office/drawing/2014/main" id="{CA579B67-8347-400C-9F69-E0330B0114B1}"/>
              </a:ext>
            </a:extLst>
          </p:cNvPr>
          <p:cNvPicPr>
            <a:picLocks xmlns:a="http://schemas.openxmlformats.org/drawingml/2006/main" noChangeAspect="1"/>
          </p:cNvPicPr>
          <p:nvPr/>
        </p:nvPicPr>
        <p:blipFill>
          <a:blip xmlns:r="http://schemas.openxmlformats.org/officeDocument/2006/relationships" xmlns:a="http://schemas.openxmlformats.org/drawingml/2006/main" r:embed="Rdbf4f791e8e34456"/>
          <a:stretch xmlns:a="http://schemas.openxmlformats.org/drawingml/2006/main"/>
        </p:blipFill>
        <p:spPr>
          <a:xfrm xmlns:a="http://schemas.openxmlformats.org/drawingml/2006/main">
            <a:off x="5486400" y="1952625"/>
            <a:ext cx="6172200" cy="4286250"/>
          </a:xfrm>
          <a:prstGeom xmlns:a="http://schemas.openxmlformats.org/drawingml/2006/main" prst="rect">
            <a:avLst/>
          </a:prstGeom>
        </p:spPr>
      </p:pic>
    </p:spTree>
    <p:extLst>
      <p:ext uri="{BB962C8B-B14F-4D97-AF65-F5344CB8AC3E}">
        <p14:creationId xmlns:p14="http://schemas.microsoft.com/office/powerpoint/2010/main" val="801108201"/>
      </p:ext>
    </p:extLst>
  </p:cSld>
</p:sld>
</file>

<file path=ppt/slides/slide4.xml><?xml version="1.0" encoding="utf-8"?>
<p:sld xmlns:p="http://schemas.openxmlformats.org/presentationml/2006/main">
  <p:cSld>
    <p:bg>
      <p:bgPr>
        <a:solidFill xmlns:a="http://schemas.openxmlformats.org/drawingml/2006/main">
          <a:srgbClr val="10263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9878A2-7084-4118-9E9C-87E21690CFDF}"/>
              </a:ext>
            </a:extLst>
          </p:cNvPr>
          <p:cNvSpPr>
            <a:spLocks xmlns:a="http://schemas.openxmlformats.org/drawingml/2006/main" noGrp="1"/>
          </p:cNvSpPr>
          <p:nvPr/>
        </p:nvSpPr>
        <p:spPr>
          <a:xfrm xmlns:a="http://schemas.openxmlformats.org/drawingml/2006/main">
            <a:off x="533400" y="314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ACE66A"/>
                </a:solidFill>
                <a:latin typeface="Arial"/>
                <a:ea typeface="Arial"/>
                <a:cs typeface="Arial"/>
              </a:defRPr>
            </a:defPPr>
            <a:lvl1pPr>
              <a:buNone/>
              <a:defRPr sz="1050" b="1">
                <a:solidFill>
                  <a:srgbClr val="ACE66A"/>
                </a:solidFill>
                <a:latin typeface="Arial"/>
                <a:ea typeface="Arial"/>
                <a:cs typeface="Arial"/>
              </a:defRPr>
            </a:lvl1pPr>
            <a:lvl2pPr>
              <a:buNone/>
              <a:defRPr sz="1050" b="1">
                <a:solidFill>
                  <a:srgbClr val="ACE66A"/>
                </a:solidFill>
                <a:latin typeface="Arial"/>
                <a:ea typeface="Arial"/>
                <a:cs typeface="Arial"/>
              </a:defRPr>
            </a:lvl2pPr>
            <a:lvl3pPr>
              <a:buNone/>
              <a:defRPr sz="1050" b="1">
                <a:solidFill>
                  <a:srgbClr val="ACE66A"/>
                </a:solidFill>
                <a:latin typeface="Arial"/>
                <a:ea typeface="Arial"/>
                <a:cs typeface="Arial"/>
              </a:defRPr>
            </a:lvl3pPr>
            <a:lvl4pPr>
              <a:buNone/>
              <a:defRPr sz="1050" b="1">
                <a:solidFill>
                  <a:srgbClr val="ACE66A"/>
                </a:solidFill>
                <a:latin typeface="Arial"/>
                <a:ea typeface="Arial"/>
                <a:cs typeface="Arial"/>
              </a:defRPr>
            </a:lvl4pPr>
            <a:lvl5pPr>
              <a:buNone/>
              <a:defRPr sz="1050" b="1">
                <a:solidFill>
                  <a:srgbClr val="ACE66A"/>
                </a:solidFill>
                <a:latin typeface="Arial"/>
                <a:ea typeface="Arial"/>
                <a:cs typeface="Arial"/>
              </a:defRPr>
            </a:lvl5pPr>
            <a:lvl6pPr>
              <a:buNone/>
              <a:defRPr sz="1050" b="1">
                <a:solidFill>
                  <a:srgbClr val="ACE66A"/>
                </a:solidFill>
                <a:latin typeface="Arial"/>
                <a:ea typeface="Arial"/>
                <a:cs typeface="Arial"/>
              </a:defRPr>
            </a:lvl6pPr>
            <a:lvl7pPr>
              <a:buNone/>
              <a:defRPr sz="1050" b="1">
                <a:solidFill>
                  <a:srgbClr val="ACE66A"/>
                </a:solidFill>
                <a:latin typeface="Arial"/>
                <a:ea typeface="Arial"/>
                <a:cs typeface="Arial"/>
              </a:defRPr>
            </a:lvl7pPr>
            <a:lvl8pPr>
              <a:buNone/>
              <a:defRPr sz="1050" b="1">
                <a:solidFill>
                  <a:srgbClr val="ACE66A"/>
                </a:solidFill>
                <a:latin typeface="Arial"/>
                <a:ea typeface="Arial"/>
                <a:cs typeface="Arial"/>
              </a:defRPr>
            </a:lvl8pPr>
            <a:lvl9pPr>
              <a:buNone/>
              <a:defRPr sz="1050" b="1">
                <a:solidFill>
                  <a:srgbClr val="ACE66A"/>
                </a:solidFill>
                <a:latin typeface="Arial"/>
                <a:ea typeface="Arial"/>
                <a:cs typeface="Arial"/>
              </a:defRPr>
            </a:lvl9pPr>
          </a:lstStyle>
          <a:p xmlns:a="http://schemas.openxmlformats.org/drawingml/2006/main">
            <a:pPr>
              <a:buNone/>
              <a:defRPr sz="1050" b="1">
                <a:solidFill>
                  <a:srgbClr val="ACE66A"/>
                </a:solidFill>
                <a:latin typeface="Arial"/>
                <a:ea typeface="Arial"/>
                <a:cs typeface="Arial"/>
              </a:defRPr>
            </a:pPr>
            <a:r>
              <a:rPr sz="1050" b="1">
                <a:solidFill>
                  <a:srgbClr val="ACE66A"/>
                </a:solidFill>
                <a:latin typeface="Arial"/>
                <a:ea typeface="Arial"/>
                <a:cs typeface="Arial"/>
              </a:rPr>
              <a:t>NIROB / TOPIC A · VERSION 3.3</a:t>
            </a:r>
          </a:p>
        </p:txBody>
      </p:sp>
      <p:sp>
        <p:nvSpPr>
          <p:cNvPr id="2" name="">
            <a:extLst xmlns:a="http://schemas.openxmlformats.org/drawingml/2006/main">
              <a:ext uri="{FF2B5EF4-FFF2-40B4-BE49-F238E27FC236}">
                <a16:creationId xmlns:a16="http://schemas.microsoft.com/office/drawing/2014/main" id="{6B03DF8C-1BD9-479A-9069-DAC567D42947}"/>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vl1pPr>
              <a:buNone/>
              <a:defRPr sz="3150" b="1">
                <a:solidFill>
                  <a:srgbClr val="FFFFFF"/>
                </a:solidFill>
                <a:latin typeface="Arial"/>
                <a:ea typeface="Arial"/>
                <a:cs typeface="Arial"/>
              </a:defRPr>
            </a:lvl1pPr>
            <a:lvl2pPr>
              <a:buNone/>
              <a:defRPr sz="3150" b="1">
                <a:solidFill>
                  <a:srgbClr val="FFFFFF"/>
                </a:solidFill>
                <a:latin typeface="Arial"/>
                <a:ea typeface="Arial"/>
                <a:cs typeface="Arial"/>
              </a:defRPr>
            </a:lvl2pPr>
            <a:lvl3pPr>
              <a:buNone/>
              <a:defRPr sz="3150" b="1">
                <a:solidFill>
                  <a:srgbClr val="FFFFFF"/>
                </a:solidFill>
                <a:latin typeface="Arial"/>
                <a:ea typeface="Arial"/>
                <a:cs typeface="Arial"/>
              </a:defRPr>
            </a:lvl3pPr>
            <a:lvl4pPr>
              <a:buNone/>
              <a:defRPr sz="3150" b="1">
                <a:solidFill>
                  <a:srgbClr val="FFFFFF"/>
                </a:solidFill>
                <a:latin typeface="Arial"/>
                <a:ea typeface="Arial"/>
                <a:cs typeface="Arial"/>
              </a:defRPr>
            </a:lvl4pPr>
            <a:lvl5pPr>
              <a:buNone/>
              <a:defRPr sz="3150" b="1">
                <a:solidFill>
                  <a:srgbClr val="FFFFFF"/>
                </a:solidFill>
                <a:latin typeface="Arial"/>
                <a:ea typeface="Arial"/>
                <a:cs typeface="Arial"/>
              </a:defRPr>
            </a:lvl5pPr>
            <a:lvl6pPr>
              <a:buNone/>
              <a:defRPr sz="3150" b="1">
                <a:solidFill>
                  <a:srgbClr val="FFFFFF"/>
                </a:solidFill>
                <a:latin typeface="Arial"/>
                <a:ea typeface="Arial"/>
                <a:cs typeface="Arial"/>
              </a:defRPr>
            </a:lvl6pPr>
            <a:lvl7pPr>
              <a:buNone/>
              <a:defRPr sz="3150" b="1">
                <a:solidFill>
                  <a:srgbClr val="FFFFFF"/>
                </a:solidFill>
                <a:latin typeface="Arial"/>
                <a:ea typeface="Arial"/>
                <a:cs typeface="Arial"/>
              </a:defRPr>
            </a:lvl7pPr>
            <a:lvl8pPr>
              <a:buNone/>
              <a:defRPr sz="3150" b="1">
                <a:solidFill>
                  <a:srgbClr val="FFFFFF"/>
                </a:solidFill>
                <a:latin typeface="Arial"/>
                <a:ea typeface="Arial"/>
                <a:cs typeface="Arial"/>
              </a:defRPr>
            </a:lvl8pPr>
            <a:lvl9pPr>
              <a:buNone/>
              <a:defRPr sz="3150" b="1">
                <a:solidFill>
                  <a:srgbClr val="FFFFFF"/>
                </a:solidFill>
                <a:latin typeface="Arial"/>
                <a:ea typeface="Arial"/>
                <a:cs typeface="Arial"/>
              </a:defRPr>
            </a:lvl9pPr>
          </a:lstStyle>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Budget suggestions and reviewed bill extraction</a:t>
            </a:r>
          </a:p>
        </p:txBody>
      </p:sp>
      <p:sp>
        <p:nvSpPr>
          <p:cNvPr id="3" name="">
            <a:extLst xmlns:a="http://schemas.openxmlformats.org/drawingml/2006/main">
              <a:ext uri="{FF2B5EF4-FFF2-40B4-BE49-F238E27FC236}">
                <a16:creationId xmlns:a16="http://schemas.microsoft.com/office/drawing/2014/main" id="{E26C7C9E-F4E8-4089-AB4F-790C2B116AF1}"/>
              </a:ext>
            </a:extLst>
          </p:cNvPr>
          <p:cNvSpPr>
            <a:spLocks xmlns:a="http://schemas.openxmlformats.org/drawingml/2006/main" noGrp="1"/>
          </p:cNvSpPr>
          <p:nvPr/>
        </p:nvSpPr>
        <p:spPr>
          <a:xfrm xmlns:a="http://schemas.openxmlformats.org/drawingml/2006/main">
            <a:off x="533400" y="644842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Synthetic accounts · Local AI · Your final approval</a:t>
            </a:r>
          </a:p>
        </p:txBody>
      </p:sp>
      <p:sp>
        <p:nvSpPr>
          <p:cNvPr id="4" name="">
            <a:extLst xmlns:a="http://schemas.openxmlformats.org/drawingml/2006/main">
              <a:ext uri="{FF2B5EF4-FFF2-40B4-BE49-F238E27FC236}">
                <a16:creationId xmlns:a16="http://schemas.microsoft.com/office/drawing/2014/main" id="{04AE6F60-3464-4188-A31A-4CEDBABF3FDD}"/>
              </a:ext>
            </a:extLst>
          </p:cNvPr>
          <p:cNvSpPr>
            <a:spLocks xmlns:a="http://schemas.openxmlformats.org/drawingml/2006/main" noGrp="1"/>
          </p:cNvSpPr>
          <p:nvPr/>
        </p:nvSpPr>
        <p:spPr>
          <a:xfrm xmlns:a="http://schemas.openxmlformats.org/drawingml/2006/main">
            <a:off x="1133475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FE3E1AAF-8B12-4F6D-9798-2F111AD01326}"/>
              </a:ext>
            </a:extLst>
          </p:cNvPr>
          <p:cNvSpPr>
            <a:spLocks xmlns:a="http://schemas.openxmlformats.org/drawingml/2006/main" noGrp="1"/>
          </p:cNvSpPr>
          <p:nvPr/>
        </p:nvSpPr>
        <p:spPr>
          <a:xfrm xmlns:a="http://schemas.openxmlformats.org/drawingml/2006/main">
            <a:off x="533400" y="209550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CE66A"/>
                </a:solidFill>
                <a:latin typeface="Arial"/>
                <a:ea typeface="Arial"/>
                <a:cs typeface="Arial"/>
              </a:defRPr>
            </a:defPPr>
            <a:lvl1pPr>
              <a:buNone/>
              <a:defRPr sz="1875" b="1">
                <a:solidFill>
                  <a:srgbClr val="ACE66A"/>
                </a:solidFill>
                <a:latin typeface="Arial"/>
                <a:ea typeface="Arial"/>
                <a:cs typeface="Arial"/>
              </a:defRPr>
            </a:lvl1pPr>
            <a:lvl2pPr>
              <a:buNone/>
              <a:defRPr sz="1875" b="1">
                <a:solidFill>
                  <a:srgbClr val="ACE66A"/>
                </a:solidFill>
                <a:latin typeface="Arial"/>
                <a:ea typeface="Arial"/>
                <a:cs typeface="Arial"/>
              </a:defRPr>
            </a:lvl2pPr>
            <a:lvl3pPr>
              <a:buNone/>
              <a:defRPr sz="1875" b="1">
                <a:solidFill>
                  <a:srgbClr val="ACE66A"/>
                </a:solidFill>
                <a:latin typeface="Arial"/>
                <a:ea typeface="Arial"/>
                <a:cs typeface="Arial"/>
              </a:defRPr>
            </a:lvl3pPr>
            <a:lvl4pPr>
              <a:buNone/>
              <a:defRPr sz="1875" b="1">
                <a:solidFill>
                  <a:srgbClr val="ACE66A"/>
                </a:solidFill>
                <a:latin typeface="Arial"/>
                <a:ea typeface="Arial"/>
                <a:cs typeface="Arial"/>
              </a:defRPr>
            </a:lvl4pPr>
            <a:lvl5pPr>
              <a:buNone/>
              <a:defRPr sz="1875" b="1">
                <a:solidFill>
                  <a:srgbClr val="ACE66A"/>
                </a:solidFill>
                <a:latin typeface="Arial"/>
                <a:ea typeface="Arial"/>
                <a:cs typeface="Arial"/>
              </a:defRPr>
            </a:lvl5pPr>
            <a:lvl6pPr>
              <a:buNone/>
              <a:defRPr sz="1875" b="1">
                <a:solidFill>
                  <a:srgbClr val="ACE66A"/>
                </a:solidFill>
                <a:latin typeface="Arial"/>
                <a:ea typeface="Arial"/>
                <a:cs typeface="Arial"/>
              </a:defRPr>
            </a:lvl6pPr>
            <a:lvl7pPr>
              <a:buNone/>
              <a:defRPr sz="1875" b="1">
                <a:solidFill>
                  <a:srgbClr val="ACE66A"/>
                </a:solidFill>
                <a:latin typeface="Arial"/>
                <a:ea typeface="Arial"/>
                <a:cs typeface="Arial"/>
              </a:defRPr>
            </a:lvl7pPr>
            <a:lvl8pPr>
              <a:buNone/>
              <a:defRPr sz="1875" b="1">
                <a:solidFill>
                  <a:srgbClr val="ACE66A"/>
                </a:solidFill>
                <a:latin typeface="Arial"/>
                <a:ea typeface="Arial"/>
                <a:cs typeface="Arial"/>
              </a:defRPr>
            </a:lvl8pPr>
            <a:lvl9pPr>
              <a:buNone/>
              <a:defRPr sz="1875" b="1">
                <a:solidFill>
                  <a:srgbClr val="ACE66A"/>
                </a:solidFill>
                <a:latin typeface="Arial"/>
                <a:ea typeface="Arial"/>
                <a:cs typeface="Arial"/>
              </a:defRPr>
            </a:lvl9pPr>
          </a:lstStyle>
          <a:p xmlns:a="http://schemas.openxmlformats.org/drawingml/2006/main">
            <a:pPr>
              <a:buNone/>
              <a:defRPr sz="1875" b="1">
                <a:solidFill>
                  <a:srgbClr val="ACE66A"/>
                </a:solidFill>
                <a:latin typeface="Arial"/>
                <a:ea typeface="Arial"/>
                <a:cs typeface="Arial"/>
              </a:defRPr>
            </a:pPr>
            <a:r>
              <a:rPr sz="1875" b="1">
                <a:solidFill>
                  <a:srgbClr val="ACE66A"/>
                </a:solidFill>
                <a:latin typeface="Arial"/>
                <a:ea typeface="Arial"/>
                <a:cs typeface="Arial"/>
              </a:rPr>
              <a:t>Plan recorded cash flow</a:t>
            </a:r>
          </a:p>
        </p:txBody>
      </p:sp>
      <p:sp>
        <p:nvSpPr>
          <p:cNvPr id="6" name="">
            <a:extLst xmlns:a="http://schemas.openxmlformats.org/drawingml/2006/main">
              <a:ext uri="{FF2B5EF4-FFF2-40B4-BE49-F238E27FC236}">
                <a16:creationId xmlns:a16="http://schemas.microsoft.com/office/drawing/2014/main" id="{494294D6-7B06-4A07-868A-C96E5A358EB7}"/>
              </a:ext>
            </a:extLst>
          </p:cNvPr>
          <p:cNvSpPr>
            <a:spLocks xmlns:a="http://schemas.openxmlformats.org/drawingml/2006/main" noGrp="1"/>
          </p:cNvSpPr>
          <p:nvPr/>
        </p:nvSpPr>
        <p:spPr>
          <a:xfrm xmlns:a="http://schemas.openxmlformats.org/drawingml/2006/main">
            <a:off x="533400" y="250507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Income, expenses, unpaid</a:t>
            </a:r>
          </a:p>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bills and a savings goal.</a:t>
            </a:r>
          </a:p>
        </p:txBody>
      </p:sp>
      <p:sp>
        <p:nvSpPr>
          <p:cNvPr id="7" name="">
            <a:extLst xmlns:a="http://schemas.openxmlformats.org/drawingml/2006/main">
              <a:ext uri="{FF2B5EF4-FFF2-40B4-BE49-F238E27FC236}">
                <a16:creationId xmlns:a16="http://schemas.microsoft.com/office/drawing/2014/main" id="{47275B27-EDB6-4EB5-98CD-1B6052FA102D}"/>
              </a:ext>
            </a:extLst>
          </p:cNvPr>
          <p:cNvSpPr>
            <a:spLocks xmlns:a="http://schemas.openxmlformats.org/drawingml/2006/main" noGrp="1"/>
          </p:cNvSpPr>
          <p:nvPr/>
        </p:nvSpPr>
        <p:spPr>
          <a:xfrm xmlns:a="http://schemas.openxmlformats.org/drawingml/2006/main">
            <a:off x="533400" y="333375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CE66A"/>
                </a:solidFill>
                <a:latin typeface="Arial"/>
                <a:ea typeface="Arial"/>
                <a:cs typeface="Arial"/>
              </a:defRPr>
            </a:defPPr>
            <a:lvl1pPr>
              <a:buNone/>
              <a:defRPr sz="1875" b="1">
                <a:solidFill>
                  <a:srgbClr val="ACE66A"/>
                </a:solidFill>
                <a:latin typeface="Arial"/>
                <a:ea typeface="Arial"/>
                <a:cs typeface="Arial"/>
              </a:defRPr>
            </a:lvl1pPr>
            <a:lvl2pPr>
              <a:buNone/>
              <a:defRPr sz="1875" b="1">
                <a:solidFill>
                  <a:srgbClr val="ACE66A"/>
                </a:solidFill>
                <a:latin typeface="Arial"/>
                <a:ea typeface="Arial"/>
                <a:cs typeface="Arial"/>
              </a:defRPr>
            </a:lvl2pPr>
            <a:lvl3pPr>
              <a:buNone/>
              <a:defRPr sz="1875" b="1">
                <a:solidFill>
                  <a:srgbClr val="ACE66A"/>
                </a:solidFill>
                <a:latin typeface="Arial"/>
                <a:ea typeface="Arial"/>
                <a:cs typeface="Arial"/>
              </a:defRPr>
            </a:lvl3pPr>
            <a:lvl4pPr>
              <a:buNone/>
              <a:defRPr sz="1875" b="1">
                <a:solidFill>
                  <a:srgbClr val="ACE66A"/>
                </a:solidFill>
                <a:latin typeface="Arial"/>
                <a:ea typeface="Arial"/>
                <a:cs typeface="Arial"/>
              </a:defRPr>
            </a:lvl4pPr>
            <a:lvl5pPr>
              <a:buNone/>
              <a:defRPr sz="1875" b="1">
                <a:solidFill>
                  <a:srgbClr val="ACE66A"/>
                </a:solidFill>
                <a:latin typeface="Arial"/>
                <a:ea typeface="Arial"/>
                <a:cs typeface="Arial"/>
              </a:defRPr>
            </a:lvl5pPr>
            <a:lvl6pPr>
              <a:buNone/>
              <a:defRPr sz="1875" b="1">
                <a:solidFill>
                  <a:srgbClr val="ACE66A"/>
                </a:solidFill>
                <a:latin typeface="Arial"/>
                <a:ea typeface="Arial"/>
                <a:cs typeface="Arial"/>
              </a:defRPr>
            </a:lvl6pPr>
            <a:lvl7pPr>
              <a:buNone/>
              <a:defRPr sz="1875" b="1">
                <a:solidFill>
                  <a:srgbClr val="ACE66A"/>
                </a:solidFill>
                <a:latin typeface="Arial"/>
                <a:ea typeface="Arial"/>
                <a:cs typeface="Arial"/>
              </a:defRPr>
            </a:lvl7pPr>
            <a:lvl8pPr>
              <a:buNone/>
              <a:defRPr sz="1875" b="1">
                <a:solidFill>
                  <a:srgbClr val="ACE66A"/>
                </a:solidFill>
                <a:latin typeface="Arial"/>
                <a:ea typeface="Arial"/>
                <a:cs typeface="Arial"/>
              </a:defRPr>
            </a:lvl8pPr>
            <a:lvl9pPr>
              <a:buNone/>
              <a:defRPr sz="1875" b="1">
                <a:solidFill>
                  <a:srgbClr val="ACE66A"/>
                </a:solidFill>
                <a:latin typeface="Arial"/>
                <a:ea typeface="Arial"/>
                <a:cs typeface="Arial"/>
              </a:defRPr>
            </a:lvl9pPr>
          </a:lstStyle>
          <a:p xmlns:a="http://schemas.openxmlformats.org/drawingml/2006/main">
            <a:pPr>
              <a:buNone/>
              <a:defRPr sz="1875" b="1">
                <a:solidFill>
                  <a:srgbClr val="ACE66A"/>
                </a:solidFill>
                <a:latin typeface="Arial"/>
                <a:ea typeface="Arial"/>
                <a:cs typeface="Arial"/>
              </a:defRPr>
            </a:pPr>
            <a:r>
              <a:rPr sz="1875" b="1">
                <a:solidFill>
                  <a:srgbClr val="ACE66A"/>
                </a:solidFill>
                <a:latin typeface="Arial"/>
                <a:ea typeface="Arial"/>
                <a:cs typeface="Arial"/>
              </a:rPr>
              <a:t>Check the shortfall</a:t>
            </a:r>
          </a:p>
        </p:txBody>
      </p:sp>
      <p:sp>
        <p:nvSpPr>
          <p:cNvPr id="8" name="">
            <a:extLst xmlns:a="http://schemas.openxmlformats.org/drawingml/2006/main">
              <a:ext uri="{FF2B5EF4-FFF2-40B4-BE49-F238E27FC236}">
                <a16:creationId xmlns:a16="http://schemas.microsoft.com/office/drawing/2014/main" id="{C1BB08A8-D3CB-4AD1-9AD4-12A3CDF2F1F3}"/>
              </a:ext>
            </a:extLst>
          </p:cNvPr>
          <p:cNvSpPr>
            <a:spLocks xmlns:a="http://schemas.openxmlformats.org/drawingml/2006/main" noGrp="1"/>
          </p:cNvSpPr>
          <p:nvPr/>
        </p:nvSpPr>
        <p:spPr>
          <a:xfrm xmlns:a="http://schemas.openxmlformats.org/drawingml/2006/main">
            <a:off x="533400" y="37433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Missing commitments or cash</a:t>
            </a:r>
          </a:p>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purchases change the result.</a:t>
            </a:r>
          </a:p>
        </p:txBody>
      </p:sp>
      <p:sp>
        <p:nvSpPr>
          <p:cNvPr id="9" name="">
            <a:extLst xmlns:a="http://schemas.openxmlformats.org/drawingml/2006/main">
              <a:ext uri="{FF2B5EF4-FFF2-40B4-BE49-F238E27FC236}">
                <a16:creationId xmlns:a16="http://schemas.microsoft.com/office/drawing/2014/main" id="{4B37E0C0-684A-46BB-A04A-3EBD5BAF57EF}"/>
              </a:ext>
            </a:extLst>
          </p:cNvPr>
          <p:cNvSpPr>
            <a:spLocks xmlns:a="http://schemas.openxmlformats.org/drawingml/2006/main" noGrp="1"/>
          </p:cNvSpPr>
          <p:nvPr/>
        </p:nvSpPr>
        <p:spPr>
          <a:xfrm xmlns:a="http://schemas.openxmlformats.org/drawingml/2006/main">
            <a:off x="533400" y="457200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CE66A"/>
                </a:solidFill>
                <a:latin typeface="Arial"/>
                <a:ea typeface="Arial"/>
                <a:cs typeface="Arial"/>
              </a:defRPr>
            </a:defPPr>
            <a:lvl1pPr>
              <a:buNone/>
              <a:defRPr sz="1875" b="1">
                <a:solidFill>
                  <a:srgbClr val="ACE66A"/>
                </a:solidFill>
                <a:latin typeface="Arial"/>
                <a:ea typeface="Arial"/>
                <a:cs typeface="Arial"/>
              </a:defRPr>
            </a:lvl1pPr>
            <a:lvl2pPr>
              <a:buNone/>
              <a:defRPr sz="1875" b="1">
                <a:solidFill>
                  <a:srgbClr val="ACE66A"/>
                </a:solidFill>
                <a:latin typeface="Arial"/>
                <a:ea typeface="Arial"/>
                <a:cs typeface="Arial"/>
              </a:defRPr>
            </a:lvl2pPr>
            <a:lvl3pPr>
              <a:buNone/>
              <a:defRPr sz="1875" b="1">
                <a:solidFill>
                  <a:srgbClr val="ACE66A"/>
                </a:solidFill>
                <a:latin typeface="Arial"/>
                <a:ea typeface="Arial"/>
                <a:cs typeface="Arial"/>
              </a:defRPr>
            </a:lvl3pPr>
            <a:lvl4pPr>
              <a:buNone/>
              <a:defRPr sz="1875" b="1">
                <a:solidFill>
                  <a:srgbClr val="ACE66A"/>
                </a:solidFill>
                <a:latin typeface="Arial"/>
                <a:ea typeface="Arial"/>
                <a:cs typeface="Arial"/>
              </a:defRPr>
            </a:lvl4pPr>
            <a:lvl5pPr>
              <a:buNone/>
              <a:defRPr sz="1875" b="1">
                <a:solidFill>
                  <a:srgbClr val="ACE66A"/>
                </a:solidFill>
                <a:latin typeface="Arial"/>
                <a:ea typeface="Arial"/>
                <a:cs typeface="Arial"/>
              </a:defRPr>
            </a:lvl5pPr>
            <a:lvl6pPr>
              <a:buNone/>
              <a:defRPr sz="1875" b="1">
                <a:solidFill>
                  <a:srgbClr val="ACE66A"/>
                </a:solidFill>
                <a:latin typeface="Arial"/>
                <a:ea typeface="Arial"/>
                <a:cs typeface="Arial"/>
              </a:defRPr>
            </a:lvl6pPr>
            <a:lvl7pPr>
              <a:buNone/>
              <a:defRPr sz="1875" b="1">
                <a:solidFill>
                  <a:srgbClr val="ACE66A"/>
                </a:solidFill>
                <a:latin typeface="Arial"/>
                <a:ea typeface="Arial"/>
                <a:cs typeface="Arial"/>
              </a:defRPr>
            </a:lvl7pPr>
            <a:lvl8pPr>
              <a:buNone/>
              <a:defRPr sz="1875" b="1">
                <a:solidFill>
                  <a:srgbClr val="ACE66A"/>
                </a:solidFill>
                <a:latin typeface="Arial"/>
                <a:ea typeface="Arial"/>
                <a:cs typeface="Arial"/>
              </a:defRPr>
            </a:lvl8pPr>
            <a:lvl9pPr>
              <a:buNone/>
              <a:defRPr sz="1875" b="1">
                <a:solidFill>
                  <a:srgbClr val="ACE66A"/>
                </a:solidFill>
                <a:latin typeface="Arial"/>
                <a:ea typeface="Arial"/>
                <a:cs typeface="Arial"/>
              </a:defRPr>
            </a:lvl9pPr>
          </a:lstStyle>
          <a:p xmlns:a="http://schemas.openxmlformats.org/drawingml/2006/main">
            <a:pPr>
              <a:buNone/>
              <a:defRPr sz="1875" b="1">
                <a:solidFill>
                  <a:srgbClr val="ACE66A"/>
                </a:solidFill>
                <a:latin typeface="Arial"/>
                <a:ea typeface="Arial"/>
                <a:cs typeface="Arial"/>
              </a:defRPr>
            </a:pPr>
            <a:r>
              <a:rPr sz="1875" b="1">
                <a:solidFill>
                  <a:srgbClr val="ACE66A"/>
                </a:solidFill>
                <a:latin typeface="Arial"/>
                <a:ea typeface="Arial"/>
                <a:cs typeface="Arial"/>
              </a:rPr>
              <a:t>Read and review a bill</a:t>
            </a:r>
          </a:p>
        </p:txBody>
      </p:sp>
      <p:sp>
        <p:nvSpPr>
          <p:cNvPr id="10" name="">
            <a:extLst xmlns:a="http://schemas.openxmlformats.org/drawingml/2006/main">
              <a:ext uri="{FF2B5EF4-FFF2-40B4-BE49-F238E27FC236}">
                <a16:creationId xmlns:a16="http://schemas.microsoft.com/office/drawing/2014/main" id="{4E78D754-7AC6-473E-8DB5-E6A185D8CEFD}"/>
              </a:ext>
            </a:extLst>
          </p:cNvPr>
          <p:cNvSpPr>
            <a:spLocks xmlns:a="http://schemas.openxmlformats.org/drawingml/2006/main" noGrp="1"/>
          </p:cNvSpPr>
          <p:nvPr/>
        </p:nvSpPr>
        <p:spPr>
          <a:xfrm xmlns:a="http://schemas.openxmlformats.org/drawingml/2006/main">
            <a:off x="533400" y="498157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English image/PDF extraction;</a:t>
            </a:r>
          </a:p>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check every field before saving.</a:t>
            </a:r>
          </a:p>
        </p:txBody>
      </p:sp>
      <p:pic>
        <p:nvPicPr>
          <p:cNvPr id="11" name="">
            <a:extLst xmlns:a="http://schemas.openxmlformats.org/drawingml/2006/main">
              <a:ext uri="{FF2B5EF4-FFF2-40B4-BE49-F238E27FC236}">
                <a16:creationId xmlns:a16="http://schemas.microsoft.com/office/drawing/2014/main" id="{79A2B051-7F8E-4E6A-8F49-D65A7EF16202}"/>
              </a:ext>
            </a:extLst>
          </p:cNvPr>
          <p:cNvPicPr>
            <a:picLocks xmlns:a="http://schemas.openxmlformats.org/drawingml/2006/main" noChangeAspect="1"/>
          </p:cNvPicPr>
          <p:nvPr/>
        </p:nvPicPr>
        <p:blipFill>
          <a:blip xmlns:r="http://schemas.openxmlformats.org/officeDocument/2006/relationships" xmlns:a="http://schemas.openxmlformats.org/drawingml/2006/main" r:embed="Rc2d1594f47734e1e"/>
          <a:stretch xmlns:a="http://schemas.openxmlformats.org/drawingml/2006/main"/>
        </p:blipFill>
        <p:spPr>
          <a:xfrm xmlns:a="http://schemas.openxmlformats.org/drawingml/2006/main">
            <a:off x="5486400" y="1952625"/>
            <a:ext cx="6172200" cy="4286250"/>
          </a:xfrm>
          <a:prstGeom xmlns:a="http://schemas.openxmlformats.org/drawingml/2006/main" prst="rect">
            <a:avLst/>
          </a:prstGeom>
        </p:spPr>
      </p:pic>
    </p:spTree>
    <p:extLst>
      <p:ext uri="{BB962C8B-B14F-4D97-AF65-F5344CB8AC3E}">
        <p14:creationId xmlns:p14="http://schemas.microsoft.com/office/powerpoint/2010/main" val="1644919365"/>
      </p:ext>
    </p:extLst>
  </p:cSld>
</p:sld>
</file>

<file path=ppt/slides/slide5.xml><?xml version="1.0" encoding="utf-8"?>
<p:sld xmlns:p="http://schemas.openxmlformats.org/presentationml/2006/main">
  <p:cSld>
    <p:bg>
      <p:bgPr>
        <a:solidFill xmlns:a="http://schemas.openxmlformats.org/drawingml/2006/main">
          <a:srgbClr val="10263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C53813E-E537-4596-86C5-C539E1A9FEFC}"/>
              </a:ext>
            </a:extLst>
          </p:cNvPr>
          <p:cNvSpPr>
            <a:spLocks xmlns:a="http://schemas.openxmlformats.org/drawingml/2006/main" noGrp="1"/>
          </p:cNvSpPr>
          <p:nvPr/>
        </p:nvSpPr>
        <p:spPr>
          <a:xfrm xmlns:a="http://schemas.openxmlformats.org/drawingml/2006/main">
            <a:off x="533400" y="314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ACE66A"/>
                </a:solidFill>
                <a:latin typeface="Arial"/>
                <a:ea typeface="Arial"/>
                <a:cs typeface="Arial"/>
              </a:defRPr>
            </a:defPPr>
            <a:lvl1pPr>
              <a:buNone/>
              <a:defRPr sz="1050" b="1">
                <a:solidFill>
                  <a:srgbClr val="ACE66A"/>
                </a:solidFill>
                <a:latin typeface="Arial"/>
                <a:ea typeface="Arial"/>
                <a:cs typeface="Arial"/>
              </a:defRPr>
            </a:lvl1pPr>
            <a:lvl2pPr>
              <a:buNone/>
              <a:defRPr sz="1050" b="1">
                <a:solidFill>
                  <a:srgbClr val="ACE66A"/>
                </a:solidFill>
                <a:latin typeface="Arial"/>
                <a:ea typeface="Arial"/>
                <a:cs typeface="Arial"/>
              </a:defRPr>
            </a:lvl2pPr>
            <a:lvl3pPr>
              <a:buNone/>
              <a:defRPr sz="1050" b="1">
                <a:solidFill>
                  <a:srgbClr val="ACE66A"/>
                </a:solidFill>
                <a:latin typeface="Arial"/>
                <a:ea typeface="Arial"/>
                <a:cs typeface="Arial"/>
              </a:defRPr>
            </a:lvl3pPr>
            <a:lvl4pPr>
              <a:buNone/>
              <a:defRPr sz="1050" b="1">
                <a:solidFill>
                  <a:srgbClr val="ACE66A"/>
                </a:solidFill>
                <a:latin typeface="Arial"/>
                <a:ea typeface="Arial"/>
                <a:cs typeface="Arial"/>
              </a:defRPr>
            </a:lvl4pPr>
            <a:lvl5pPr>
              <a:buNone/>
              <a:defRPr sz="1050" b="1">
                <a:solidFill>
                  <a:srgbClr val="ACE66A"/>
                </a:solidFill>
                <a:latin typeface="Arial"/>
                <a:ea typeface="Arial"/>
                <a:cs typeface="Arial"/>
              </a:defRPr>
            </a:lvl5pPr>
            <a:lvl6pPr>
              <a:buNone/>
              <a:defRPr sz="1050" b="1">
                <a:solidFill>
                  <a:srgbClr val="ACE66A"/>
                </a:solidFill>
                <a:latin typeface="Arial"/>
                <a:ea typeface="Arial"/>
                <a:cs typeface="Arial"/>
              </a:defRPr>
            </a:lvl6pPr>
            <a:lvl7pPr>
              <a:buNone/>
              <a:defRPr sz="1050" b="1">
                <a:solidFill>
                  <a:srgbClr val="ACE66A"/>
                </a:solidFill>
                <a:latin typeface="Arial"/>
                <a:ea typeface="Arial"/>
                <a:cs typeface="Arial"/>
              </a:defRPr>
            </a:lvl7pPr>
            <a:lvl8pPr>
              <a:buNone/>
              <a:defRPr sz="1050" b="1">
                <a:solidFill>
                  <a:srgbClr val="ACE66A"/>
                </a:solidFill>
                <a:latin typeface="Arial"/>
                <a:ea typeface="Arial"/>
                <a:cs typeface="Arial"/>
              </a:defRPr>
            </a:lvl8pPr>
            <a:lvl9pPr>
              <a:buNone/>
              <a:defRPr sz="1050" b="1">
                <a:solidFill>
                  <a:srgbClr val="ACE66A"/>
                </a:solidFill>
                <a:latin typeface="Arial"/>
                <a:ea typeface="Arial"/>
                <a:cs typeface="Arial"/>
              </a:defRPr>
            </a:lvl9pPr>
          </a:lstStyle>
          <a:p xmlns:a="http://schemas.openxmlformats.org/drawingml/2006/main">
            <a:pPr>
              <a:buNone/>
              <a:defRPr sz="1050" b="1">
                <a:solidFill>
                  <a:srgbClr val="ACE66A"/>
                </a:solidFill>
                <a:latin typeface="Arial"/>
                <a:ea typeface="Arial"/>
                <a:cs typeface="Arial"/>
              </a:defRPr>
            </a:pPr>
            <a:r>
              <a:rPr sz="1050" b="1">
                <a:solidFill>
                  <a:srgbClr val="ACE66A"/>
                </a:solidFill>
                <a:latin typeface="Arial"/>
                <a:ea typeface="Arial"/>
                <a:cs typeface="Arial"/>
              </a:rPr>
              <a:t>NIROB / TOPIC A · VERSION 3.3</a:t>
            </a:r>
          </a:p>
        </p:txBody>
      </p:sp>
      <p:sp>
        <p:nvSpPr>
          <p:cNvPr id="2" name="">
            <a:extLst xmlns:a="http://schemas.openxmlformats.org/drawingml/2006/main">
              <a:ext uri="{FF2B5EF4-FFF2-40B4-BE49-F238E27FC236}">
                <a16:creationId xmlns:a16="http://schemas.microsoft.com/office/drawing/2014/main" id="{66A84192-2F8D-4CFB-890F-E33F14E01A19}"/>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vl1pPr>
              <a:buNone/>
              <a:defRPr sz="3150" b="1">
                <a:solidFill>
                  <a:srgbClr val="FFFFFF"/>
                </a:solidFill>
                <a:latin typeface="Arial"/>
                <a:ea typeface="Arial"/>
                <a:cs typeface="Arial"/>
              </a:defRPr>
            </a:lvl1pPr>
            <a:lvl2pPr>
              <a:buNone/>
              <a:defRPr sz="3150" b="1">
                <a:solidFill>
                  <a:srgbClr val="FFFFFF"/>
                </a:solidFill>
                <a:latin typeface="Arial"/>
                <a:ea typeface="Arial"/>
                <a:cs typeface="Arial"/>
              </a:defRPr>
            </a:lvl2pPr>
            <a:lvl3pPr>
              <a:buNone/>
              <a:defRPr sz="3150" b="1">
                <a:solidFill>
                  <a:srgbClr val="FFFFFF"/>
                </a:solidFill>
                <a:latin typeface="Arial"/>
                <a:ea typeface="Arial"/>
                <a:cs typeface="Arial"/>
              </a:defRPr>
            </a:lvl3pPr>
            <a:lvl4pPr>
              <a:buNone/>
              <a:defRPr sz="3150" b="1">
                <a:solidFill>
                  <a:srgbClr val="FFFFFF"/>
                </a:solidFill>
                <a:latin typeface="Arial"/>
                <a:ea typeface="Arial"/>
                <a:cs typeface="Arial"/>
              </a:defRPr>
            </a:lvl4pPr>
            <a:lvl5pPr>
              <a:buNone/>
              <a:defRPr sz="3150" b="1">
                <a:solidFill>
                  <a:srgbClr val="FFFFFF"/>
                </a:solidFill>
                <a:latin typeface="Arial"/>
                <a:ea typeface="Arial"/>
                <a:cs typeface="Arial"/>
              </a:defRPr>
            </a:lvl5pPr>
            <a:lvl6pPr>
              <a:buNone/>
              <a:defRPr sz="3150" b="1">
                <a:solidFill>
                  <a:srgbClr val="FFFFFF"/>
                </a:solidFill>
                <a:latin typeface="Arial"/>
                <a:ea typeface="Arial"/>
                <a:cs typeface="Arial"/>
              </a:defRPr>
            </a:lvl6pPr>
            <a:lvl7pPr>
              <a:buNone/>
              <a:defRPr sz="3150" b="1">
                <a:solidFill>
                  <a:srgbClr val="FFFFFF"/>
                </a:solidFill>
                <a:latin typeface="Arial"/>
                <a:ea typeface="Arial"/>
                <a:cs typeface="Arial"/>
              </a:defRPr>
            </a:lvl7pPr>
            <a:lvl8pPr>
              <a:buNone/>
              <a:defRPr sz="3150" b="1">
                <a:solidFill>
                  <a:srgbClr val="FFFFFF"/>
                </a:solidFill>
                <a:latin typeface="Arial"/>
                <a:ea typeface="Arial"/>
                <a:cs typeface="Arial"/>
              </a:defRPr>
            </a:lvl8pPr>
            <a:lvl9pPr>
              <a:buNone/>
              <a:defRPr sz="3150" b="1">
                <a:solidFill>
                  <a:srgbClr val="FFFFFF"/>
                </a:solidFill>
                <a:latin typeface="Arial"/>
                <a:ea typeface="Arial"/>
                <a:cs typeface="Arial"/>
              </a:defRPr>
            </a:lvl9pPr>
          </a:lstStyle>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The user approves every final payment</a:t>
            </a:r>
          </a:p>
        </p:txBody>
      </p:sp>
      <p:sp>
        <p:nvSpPr>
          <p:cNvPr id="3" name="">
            <a:extLst xmlns:a="http://schemas.openxmlformats.org/drawingml/2006/main">
              <a:ext uri="{FF2B5EF4-FFF2-40B4-BE49-F238E27FC236}">
                <a16:creationId xmlns:a16="http://schemas.microsoft.com/office/drawing/2014/main" id="{218D77AF-869C-4528-8FA6-3DA0DB161E4D}"/>
              </a:ext>
            </a:extLst>
          </p:cNvPr>
          <p:cNvSpPr>
            <a:spLocks xmlns:a="http://schemas.openxmlformats.org/drawingml/2006/main" noGrp="1"/>
          </p:cNvSpPr>
          <p:nvPr/>
        </p:nvSpPr>
        <p:spPr>
          <a:xfrm xmlns:a="http://schemas.openxmlformats.org/drawingml/2006/main">
            <a:off x="533400" y="644842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Synthetic accounts · Local AI · Your final approval</a:t>
            </a:r>
          </a:p>
        </p:txBody>
      </p:sp>
      <p:sp>
        <p:nvSpPr>
          <p:cNvPr id="4" name="">
            <a:extLst xmlns:a="http://schemas.openxmlformats.org/drawingml/2006/main">
              <a:ext uri="{FF2B5EF4-FFF2-40B4-BE49-F238E27FC236}">
                <a16:creationId xmlns:a16="http://schemas.microsoft.com/office/drawing/2014/main" id="{4FA27AE1-90FE-4FC1-BCEC-0633FAB6E3C7}"/>
              </a:ext>
            </a:extLst>
          </p:cNvPr>
          <p:cNvSpPr>
            <a:spLocks xmlns:a="http://schemas.openxmlformats.org/drawingml/2006/main" noGrp="1"/>
          </p:cNvSpPr>
          <p:nvPr/>
        </p:nvSpPr>
        <p:spPr>
          <a:xfrm xmlns:a="http://schemas.openxmlformats.org/drawingml/2006/main">
            <a:off x="1133475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8F797CE-112E-4550-929F-BCD414EE50F8}"/>
              </a:ext>
            </a:extLst>
          </p:cNvPr>
          <p:cNvSpPr>
            <a:spLocks xmlns:a="http://schemas.openxmlformats.org/drawingml/2006/main" noGrp="1"/>
          </p:cNvSpPr>
          <p:nvPr/>
        </p:nvSpPr>
        <p:spPr>
          <a:xfrm xmlns:a="http://schemas.openxmlformats.org/drawingml/2006/main">
            <a:off x="533400" y="209550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CE66A"/>
                </a:solidFill>
                <a:latin typeface="Arial"/>
                <a:ea typeface="Arial"/>
                <a:cs typeface="Arial"/>
              </a:defRPr>
            </a:defPPr>
            <a:lvl1pPr>
              <a:buNone/>
              <a:defRPr sz="1875" b="1">
                <a:solidFill>
                  <a:srgbClr val="ACE66A"/>
                </a:solidFill>
                <a:latin typeface="Arial"/>
                <a:ea typeface="Arial"/>
                <a:cs typeface="Arial"/>
              </a:defRPr>
            </a:lvl1pPr>
            <a:lvl2pPr>
              <a:buNone/>
              <a:defRPr sz="1875" b="1">
                <a:solidFill>
                  <a:srgbClr val="ACE66A"/>
                </a:solidFill>
                <a:latin typeface="Arial"/>
                <a:ea typeface="Arial"/>
                <a:cs typeface="Arial"/>
              </a:defRPr>
            </a:lvl2pPr>
            <a:lvl3pPr>
              <a:buNone/>
              <a:defRPr sz="1875" b="1">
                <a:solidFill>
                  <a:srgbClr val="ACE66A"/>
                </a:solidFill>
                <a:latin typeface="Arial"/>
                <a:ea typeface="Arial"/>
                <a:cs typeface="Arial"/>
              </a:defRPr>
            </a:lvl3pPr>
            <a:lvl4pPr>
              <a:buNone/>
              <a:defRPr sz="1875" b="1">
                <a:solidFill>
                  <a:srgbClr val="ACE66A"/>
                </a:solidFill>
                <a:latin typeface="Arial"/>
                <a:ea typeface="Arial"/>
                <a:cs typeface="Arial"/>
              </a:defRPr>
            </a:lvl4pPr>
            <a:lvl5pPr>
              <a:buNone/>
              <a:defRPr sz="1875" b="1">
                <a:solidFill>
                  <a:srgbClr val="ACE66A"/>
                </a:solidFill>
                <a:latin typeface="Arial"/>
                <a:ea typeface="Arial"/>
                <a:cs typeface="Arial"/>
              </a:defRPr>
            </a:lvl5pPr>
            <a:lvl6pPr>
              <a:buNone/>
              <a:defRPr sz="1875" b="1">
                <a:solidFill>
                  <a:srgbClr val="ACE66A"/>
                </a:solidFill>
                <a:latin typeface="Arial"/>
                <a:ea typeface="Arial"/>
                <a:cs typeface="Arial"/>
              </a:defRPr>
            </a:lvl6pPr>
            <a:lvl7pPr>
              <a:buNone/>
              <a:defRPr sz="1875" b="1">
                <a:solidFill>
                  <a:srgbClr val="ACE66A"/>
                </a:solidFill>
                <a:latin typeface="Arial"/>
                <a:ea typeface="Arial"/>
                <a:cs typeface="Arial"/>
              </a:defRPr>
            </a:lvl7pPr>
            <a:lvl8pPr>
              <a:buNone/>
              <a:defRPr sz="1875" b="1">
                <a:solidFill>
                  <a:srgbClr val="ACE66A"/>
                </a:solidFill>
                <a:latin typeface="Arial"/>
                <a:ea typeface="Arial"/>
                <a:cs typeface="Arial"/>
              </a:defRPr>
            </a:lvl8pPr>
            <a:lvl9pPr>
              <a:buNone/>
              <a:defRPr sz="1875" b="1">
                <a:solidFill>
                  <a:srgbClr val="ACE66A"/>
                </a:solidFill>
                <a:latin typeface="Arial"/>
                <a:ea typeface="Arial"/>
                <a:cs typeface="Arial"/>
              </a:defRPr>
            </a:lvl9pPr>
          </a:lstStyle>
          <a:p xmlns:a="http://schemas.openxmlformats.org/drawingml/2006/main">
            <a:pPr>
              <a:buNone/>
              <a:defRPr sz="1875" b="1">
                <a:solidFill>
                  <a:srgbClr val="ACE66A"/>
                </a:solidFill>
                <a:latin typeface="Arial"/>
                <a:ea typeface="Arial"/>
                <a:cs typeface="Arial"/>
              </a:defRPr>
            </a:pPr>
            <a:r>
              <a:rPr sz="1875" b="1">
                <a:solidFill>
                  <a:srgbClr val="ACE66A"/>
                </a:solidFill>
                <a:latin typeface="Arial"/>
                <a:ea typeface="Arial"/>
                <a:cs typeface="Arial"/>
              </a:rPr>
              <a:t>Fresh passkey approval</a:t>
            </a:r>
          </a:p>
        </p:txBody>
      </p:sp>
      <p:sp>
        <p:nvSpPr>
          <p:cNvPr id="6" name="">
            <a:extLst xmlns:a="http://schemas.openxmlformats.org/drawingml/2006/main">
              <a:ext uri="{FF2B5EF4-FFF2-40B4-BE49-F238E27FC236}">
                <a16:creationId xmlns:a16="http://schemas.microsoft.com/office/drawing/2014/main" id="{6426D560-1837-4AF2-AA72-0D3E6684C9F8}"/>
              </a:ext>
            </a:extLst>
          </p:cNvPr>
          <p:cNvSpPr>
            <a:spLocks xmlns:a="http://schemas.openxmlformats.org/drawingml/2006/main" noGrp="1"/>
          </p:cNvSpPr>
          <p:nvPr/>
        </p:nvSpPr>
        <p:spPr>
          <a:xfrm xmlns:a="http://schemas.openxmlformats.org/drawingml/2006/main">
            <a:off x="533400" y="250507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Signature, origin and user</a:t>
            </a:r>
          </a:p>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verification checked by server.</a:t>
            </a:r>
          </a:p>
        </p:txBody>
      </p:sp>
      <p:sp>
        <p:nvSpPr>
          <p:cNvPr id="7" name="">
            <a:extLst xmlns:a="http://schemas.openxmlformats.org/drawingml/2006/main">
              <a:ext uri="{FF2B5EF4-FFF2-40B4-BE49-F238E27FC236}">
                <a16:creationId xmlns:a16="http://schemas.microsoft.com/office/drawing/2014/main" id="{FE7AA081-07A7-47B4-B797-9F9622947D7C}"/>
              </a:ext>
            </a:extLst>
          </p:cNvPr>
          <p:cNvSpPr>
            <a:spLocks xmlns:a="http://schemas.openxmlformats.org/drawingml/2006/main" noGrp="1"/>
          </p:cNvSpPr>
          <p:nvPr/>
        </p:nvSpPr>
        <p:spPr>
          <a:xfrm xmlns:a="http://schemas.openxmlformats.org/drawingml/2006/main">
            <a:off x="533400" y="333375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CE66A"/>
                </a:solidFill>
                <a:latin typeface="Arial"/>
                <a:ea typeface="Arial"/>
                <a:cs typeface="Arial"/>
              </a:defRPr>
            </a:defPPr>
            <a:lvl1pPr>
              <a:buNone/>
              <a:defRPr sz="1875" b="1">
                <a:solidFill>
                  <a:srgbClr val="ACE66A"/>
                </a:solidFill>
                <a:latin typeface="Arial"/>
                <a:ea typeface="Arial"/>
                <a:cs typeface="Arial"/>
              </a:defRPr>
            </a:lvl1pPr>
            <a:lvl2pPr>
              <a:buNone/>
              <a:defRPr sz="1875" b="1">
                <a:solidFill>
                  <a:srgbClr val="ACE66A"/>
                </a:solidFill>
                <a:latin typeface="Arial"/>
                <a:ea typeface="Arial"/>
                <a:cs typeface="Arial"/>
              </a:defRPr>
            </a:lvl2pPr>
            <a:lvl3pPr>
              <a:buNone/>
              <a:defRPr sz="1875" b="1">
                <a:solidFill>
                  <a:srgbClr val="ACE66A"/>
                </a:solidFill>
                <a:latin typeface="Arial"/>
                <a:ea typeface="Arial"/>
                <a:cs typeface="Arial"/>
              </a:defRPr>
            </a:lvl3pPr>
            <a:lvl4pPr>
              <a:buNone/>
              <a:defRPr sz="1875" b="1">
                <a:solidFill>
                  <a:srgbClr val="ACE66A"/>
                </a:solidFill>
                <a:latin typeface="Arial"/>
                <a:ea typeface="Arial"/>
                <a:cs typeface="Arial"/>
              </a:defRPr>
            </a:lvl4pPr>
            <a:lvl5pPr>
              <a:buNone/>
              <a:defRPr sz="1875" b="1">
                <a:solidFill>
                  <a:srgbClr val="ACE66A"/>
                </a:solidFill>
                <a:latin typeface="Arial"/>
                <a:ea typeface="Arial"/>
                <a:cs typeface="Arial"/>
              </a:defRPr>
            </a:lvl5pPr>
            <a:lvl6pPr>
              <a:buNone/>
              <a:defRPr sz="1875" b="1">
                <a:solidFill>
                  <a:srgbClr val="ACE66A"/>
                </a:solidFill>
                <a:latin typeface="Arial"/>
                <a:ea typeface="Arial"/>
                <a:cs typeface="Arial"/>
              </a:defRPr>
            </a:lvl6pPr>
            <a:lvl7pPr>
              <a:buNone/>
              <a:defRPr sz="1875" b="1">
                <a:solidFill>
                  <a:srgbClr val="ACE66A"/>
                </a:solidFill>
                <a:latin typeface="Arial"/>
                <a:ea typeface="Arial"/>
                <a:cs typeface="Arial"/>
              </a:defRPr>
            </a:lvl7pPr>
            <a:lvl8pPr>
              <a:buNone/>
              <a:defRPr sz="1875" b="1">
                <a:solidFill>
                  <a:srgbClr val="ACE66A"/>
                </a:solidFill>
                <a:latin typeface="Arial"/>
                <a:ea typeface="Arial"/>
                <a:cs typeface="Arial"/>
              </a:defRPr>
            </a:lvl8pPr>
            <a:lvl9pPr>
              <a:buNone/>
              <a:defRPr sz="1875" b="1">
                <a:solidFill>
                  <a:srgbClr val="ACE66A"/>
                </a:solidFill>
                <a:latin typeface="Arial"/>
                <a:ea typeface="Arial"/>
                <a:cs typeface="Arial"/>
              </a:defRPr>
            </a:lvl9pPr>
          </a:lstStyle>
          <a:p xmlns:a="http://schemas.openxmlformats.org/drawingml/2006/main">
            <a:pPr>
              <a:buNone/>
              <a:defRPr sz="1875" b="1">
                <a:solidFill>
                  <a:srgbClr val="ACE66A"/>
                </a:solidFill>
                <a:latin typeface="Arial"/>
                <a:ea typeface="Arial"/>
                <a:cs typeface="Arial"/>
              </a:defRPr>
            </a:pPr>
            <a:r>
              <a:rPr sz="1875" b="1">
                <a:solidFill>
                  <a:srgbClr val="ACE66A"/>
                </a:solidFill>
                <a:latin typeface="Arial"/>
                <a:ea typeface="Arial"/>
                <a:cs typeface="Arial"/>
              </a:rPr>
              <a:t>Exact transaction binding</a:t>
            </a:r>
          </a:p>
        </p:txBody>
      </p:sp>
      <p:sp>
        <p:nvSpPr>
          <p:cNvPr id="8" name="">
            <a:extLst xmlns:a="http://schemas.openxmlformats.org/drawingml/2006/main">
              <a:ext uri="{FF2B5EF4-FFF2-40B4-BE49-F238E27FC236}">
                <a16:creationId xmlns:a16="http://schemas.microsoft.com/office/drawing/2014/main" id="{A757335C-45F6-485D-A238-4667C9F70E22}"/>
              </a:ext>
            </a:extLst>
          </p:cNvPr>
          <p:cNvSpPr>
            <a:spLocks xmlns:a="http://schemas.openxmlformats.org/drawingml/2006/main" noGrp="1"/>
          </p:cNvSpPr>
          <p:nvPr/>
        </p:nvSpPr>
        <p:spPr>
          <a:xfrm xmlns:a="http://schemas.openxmlformats.org/drawingml/2006/main">
            <a:off x="533400" y="37433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Single-use challenge, expiry,</a:t>
            </a:r>
          </a:p>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transaction digest and Guardian.</a:t>
            </a:r>
          </a:p>
        </p:txBody>
      </p:sp>
      <p:sp>
        <p:nvSpPr>
          <p:cNvPr id="9" name="">
            <a:extLst xmlns:a="http://schemas.openxmlformats.org/drawingml/2006/main">
              <a:ext uri="{FF2B5EF4-FFF2-40B4-BE49-F238E27FC236}">
                <a16:creationId xmlns:a16="http://schemas.microsoft.com/office/drawing/2014/main" id="{1631A127-A7A7-4E81-B275-CC5648F473A7}"/>
              </a:ext>
            </a:extLst>
          </p:cNvPr>
          <p:cNvSpPr>
            <a:spLocks xmlns:a="http://schemas.openxmlformats.org/drawingml/2006/main" noGrp="1"/>
          </p:cNvSpPr>
          <p:nvPr/>
        </p:nvSpPr>
        <p:spPr>
          <a:xfrm xmlns:a="http://schemas.openxmlformats.org/drawingml/2006/main">
            <a:off x="533400" y="457200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CE66A"/>
                </a:solidFill>
                <a:latin typeface="Arial"/>
                <a:ea typeface="Arial"/>
                <a:cs typeface="Arial"/>
              </a:defRPr>
            </a:defPPr>
            <a:lvl1pPr>
              <a:buNone/>
              <a:defRPr sz="1875" b="1">
                <a:solidFill>
                  <a:srgbClr val="ACE66A"/>
                </a:solidFill>
                <a:latin typeface="Arial"/>
                <a:ea typeface="Arial"/>
                <a:cs typeface="Arial"/>
              </a:defRPr>
            </a:lvl1pPr>
            <a:lvl2pPr>
              <a:buNone/>
              <a:defRPr sz="1875" b="1">
                <a:solidFill>
                  <a:srgbClr val="ACE66A"/>
                </a:solidFill>
                <a:latin typeface="Arial"/>
                <a:ea typeface="Arial"/>
                <a:cs typeface="Arial"/>
              </a:defRPr>
            </a:lvl2pPr>
            <a:lvl3pPr>
              <a:buNone/>
              <a:defRPr sz="1875" b="1">
                <a:solidFill>
                  <a:srgbClr val="ACE66A"/>
                </a:solidFill>
                <a:latin typeface="Arial"/>
                <a:ea typeface="Arial"/>
                <a:cs typeface="Arial"/>
              </a:defRPr>
            </a:lvl3pPr>
            <a:lvl4pPr>
              <a:buNone/>
              <a:defRPr sz="1875" b="1">
                <a:solidFill>
                  <a:srgbClr val="ACE66A"/>
                </a:solidFill>
                <a:latin typeface="Arial"/>
                <a:ea typeface="Arial"/>
                <a:cs typeface="Arial"/>
              </a:defRPr>
            </a:lvl4pPr>
            <a:lvl5pPr>
              <a:buNone/>
              <a:defRPr sz="1875" b="1">
                <a:solidFill>
                  <a:srgbClr val="ACE66A"/>
                </a:solidFill>
                <a:latin typeface="Arial"/>
                <a:ea typeface="Arial"/>
                <a:cs typeface="Arial"/>
              </a:defRPr>
            </a:lvl5pPr>
            <a:lvl6pPr>
              <a:buNone/>
              <a:defRPr sz="1875" b="1">
                <a:solidFill>
                  <a:srgbClr val="ACE66A"/>
                </a:solidFill>
                <a:latin typeface="Arial"/>
                <a:ea typeface="Arial"/>
                <a:cs typeface="Arial"/>
              </a:defRPr>
            </a:lvl6pPr>
            <a:lvl7pPr>
              <a:buNone/>
              <a:defRPr sz="1875" b="1">
                <a:solidFill>
                  <a:srgbClr val="ACE66A"/>
                </a:solidFill>
                <a:latin typeface="Arial"/>
                <a:ea typeface="Arial"/>
                <a:cs typeface="Arial"/>
              </a:defRPr>
            </a:lvl7pPr>
            <a:lvl8pPr>
              <a:buNone/>
              <a:defRPr sz="1875" b="1">
                <a:solidFill>
                  <a:srgbClr val="ACE66A"/>
                </a:solidFill>
                <a:latin typeface="Arial"/>
                <a:ea typeface="Arial"/>
                <a:cs typeface="Arial"/>
              </a:defRPr>
            </a:lvl8pPr>
            <a:lvl9pPr>
              <a:buNone/>
              <a:defRPr sz="1875" b="1">
                <a:solidFill>
                  <a:srgbClr val="ACE66A"/>
                </a:solidFill>
                <a:latin typeface="Arial"/>
                <a:ea typeface="Arial"/>
                <a:cs typeface="Arial"/>
              </a:defRPr>
            </a:lvl9pPr>
          </a:lstStyle>
          <a:p xmlns:a="http://schemas.openxmlformats.org/drawingml/2006/main">
            <a:pPr>
              <a:buNone/>
              <a:defRPr sz="1875" b="1">
                <a:solidFill>
                  <a:srgbClr val="ACE66A"/>
                </a:solidFill>
                <a:latin typeface="Arial"/>
                <a:ea typeface="Arial"/>
                <a:cs typeface="Arial"/>
              </a:defRPr>
            </a:pPr>
            <a:r>
              <a:rPr sz="1875" b="1">
                <a:solidFill>
                  <a:srgbClr val="ACE66A"/>
                </a:solidFill>
                <a:latin typeface="Arial"/>
                <a:ea typeface="Arial"/>
                <a:cs typeface="Arial"/>
              </a:rPr>
              <a:t>Demonstrated boundary</a:t>
            </a:r>
          </a:p>
        </p:txBody>
      </p:sp>
      <p:sp>
        <p:nvSpPr>
          <p:cNvPr id="10" name="">
            <a:extLst xmlns:a="http://schemas.openxmlformats.org/drawingml/2006/main">
              <a:ext uri="{FF2B5EF4-FFF2-40B4-BE49-F238E27FC236}">
                <a16:creationId xmlns:a16="http://schemas.microsoft.com/office/drawing/2014/main" id="{2A095429-BA88-47EC-94E8-F931AEB91A90}"/>
              </a:ext>
            </a:extLst>
          </p:cNvPr>
          <p:cNvSpPr>
            <a:spLocks xmlns:a="http://schemas.openxmlformats.org/drawingml/2006/main" noGrp="1"/>
          </p:cNvSpPr>
          <p:nvPr/>
        </p:nvSpPr>
        <p:spPr>
          <a:xfrm xmlns:a="http://schemas.openxmlformats.org/drawingml/2006/main">
            <a:off x="533400" y="498157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Virtual passkey in the video.</a:t>
            </a:r>
          </a:p>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No live bank or biometric storage.</a:t>
            </a:r>
          </a:p>
        </p:txBody>
      </p:sp>
      <p:pic>
        <p:nvPicPr>
          <p:cNvPr id="11" name="">
            <a:extLst xmlns:a="http://schemas.openxmlformats.org/drawingml/2006/main">
              <a:ext uri="{FF2B5EF4-FFF2-40B4-BE49-F238E27FC236}">
                <a16:creationId xmlns:a16="http://schemas.microsoft.com/office/drawing/2014/main" id="{EB946089-24EB-4E0E-A7E9-F6C2A266D64D}"/>
              </a:ext>
            </a:extLst>
          </p:cNvPr>
          <p:cNvPicPr>
            <a:picLocks xmlns:a="http://schemas.openxmlformats.org/drawingml/2006/main" noChangeAspect="1"/>
          </p:cNvPicPr>
          <p:nvPr/>
        </p:nvPicPr>
        <p:blipFill>
          <a:blip xmlns:r="http://schemas.openxmlformats.org/officeDocument/2006/relationships" xmlns:a="http://schemas.openxmlformats.org/drawingml/2006/main" r:embed="R15baae8d14be4c8a"/>
          <a:stretch xmlns:a="http://schemas.openxmlformats.org/drawingml/2006/main"/>
        </p:blipFill>
        <p:spPr>
          <a:xfrm xmlns:a="http://schemas.openxmlformats.org/drawingml/2006/main">
            <a:off x="5486400" y="1952625"/>
            <a:ext cx="6172200" cy="4286250"/>
          </a:xfrm>
          <a:prstGeom xmlns:a="http://schemas.openxmlformats.org/drawingml/2006/main" prst="rect">
            <a:avLst/>
          </a:prstGeom>
        </p:spPr>
      </p:pic>
    </p:spTree>
    <p:extLst>
      <p:ext uri="{BB962C8B-B14F-4D97-AF65-F5344CB8AC3E}">
        <p14:creationId xmlns:p14="http://schemas.microsoft.com/office/powerpoint/2010/main" val="540473306"/>
      </p:ext>
    </p:extLst>
  </p:cSld>
</p:sld>
</file>

<file path=ppt/slides/slide6.xml><?xml version="1.0" encoding="utf-8"?>
<p:sld xmlns:p="http://schemas.openxmlformats.org/presentationml/2006/main">
  <p:cSld>
    <p:bg>
      <p:bgPr>
        <a:solidFill xmlns:a="http://schemas.openxmlformats.org/drawingml/2006/main">
          <a:srgbClr val="10263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F427CF-A3CD-4F04-AA22-FE62ABFEB468}"/>
              </a:ext>
            </a:extLst>
          </p:cNvPr>
          <p:cNvSpPr>
            <a:spLocks xmlns:a="http://schemas.openxmlformats.org/drawingml/2006/main" noGrp="1"/>
          </p:cNvSpPr>
          <p:nvPr/>
        </p:nvSpPr>
        <p:spPr>
          <a:xfrm xmlns:a="http://schemas.openxmlformats.org/drawingml/2006/main">
            <a:off x="533400" y="314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ACE66A"/>
                </a:solidFill>
                <a:latin typeface="Arial"/>
                <a:ea typeface="Arial"/>
                <a:cs typeface="Arial"/>
              </a:defRPr>
            </a:defPPr>
            <a:lvl1pPr>
              <a:buNone/>
              <a:defRPr sz="1050" b="1">
                <a:solidFill>
                  <a:srgbClr val="ACE66A"/>
                </a:solidFill>
                <a:latin typeface="Arial"/>
                <a:ea typeface="Arial"/>
                <a:cs typeface="Arial"/>
              </a:defRPr>
            </a:lvl1pPr>
            <a:lvl2pPr>
              <a:buNone/>
              <a:defRPr sz="1050" b="1">
                <a:solidFill>
                  <a:srgbClr val="ACE66A"/>
                </a:solidFill>
                <a:latin typeface="Arial"/>
                <a:ea typeface="Arial"/>
                <a:cs typeface="Arial"/>
              </a:defRPr>
            </a:lvl2pPr>
            <a:lvl3pPr>
              <a:buNone/>
              <a:defRPr sz="1050" b="1">
                <a:solidFill>
                  <a:srgbClr val="ACE66A"/>
                </a:solidFill>
                <a:latin typeface="Arial"/>
                <a:ea typeface="Arial"/>
                <a:cs typeface="Arial"/>
              </a:defRPr>
            </a:lvl3pPr>
            <a:lvl4pPr>
              <a:buNone/>
              <a:defRPr sz="1050" b="1">
                <a:solidFill>
                  <a:srgbClr val="ACE66A"/>
                </a:solidFill>
                <a:latin typeface="Arial"/>
                <a:ea typeface="Arial"/>
                <a:cs typeface="Arial"/>
              </a:defRPr>
            </a:lvl4pPr>
            <a:lvl5pPr>
              <a:buNone/>
              <a:defRPr sz="1050" b="1">
                <a:solidFill>
                  <a:srgbClr val="ACE66A"/>
                </a:solidFill>
                <a:latin typeface="Arial"/>
                <a:ea typeface="Arial"/>
                <a:cs typeface="Arial"/>
              </a:defRPr>
            </a:lvl5pPr>
            <a:lvl6pPr>
              <a:buNone/>
              <a:defRPr sz="1050" b="1">
                <a:solidFill>
                  <a:srgbClr val="ACE66A"/>
                </a:solidFill>
                <a:latin typeface="Arial"/>
                <a:ea typeface="Arial"/>
                <a:cs typeface="Arial"/>
              </a:defRPr>
            </a:lvl6pPr>
            <a:lvl7pPr>
              <a:buNone/>
              <a:defRPr sz="1050" b="1">
                <a:solidFill>
                  <a:srgbClr val="ACE66A"/>
                </a:solidFill>
                <a:latin typeface="Arial"/>
                <a:ea typeface="Arial"/>
                <a:cs typeface="Arial"/>
              </a:defRPr>
            </a:lvl7pPr>
            <a:lvl8pPr>
              <a:buNone/>
              <a:defRPr sz="1050" b="1">
                <a:solidFill>
                  <a:srgbClr val="ACE66A"/>
                </a:solidFill>
                <a:latin typeface="Arial"/>
                <a:ea typeface="Arial"/>
                <a:cs typeface="Arial"/>
              </a:defRPr>
            </a:lvl8pPr>
            <a:lvl9pPr>
              <a:buNone/>
              <a:defRPr sz="1050" b="1">
                <a:solidFill>
                  <a:srgbClr val="ACE66A"/>
                </a:solidFill>
                <a:latin typeface="Arial"/>
                <a:ea typeface="Arial"/>
                <a:cs typeface="Arial"/>
              </a:defRPr>
            </a:lvl9pPr>
          </a:lstStyle>
          <a:p xmlns:a="http://schemas.openxmlformats.org/drawingml/2006/main">
            <a:pPr>
              <a:buNone/>
              <a:defRPr sz="1050" b="1">
                <a:solidFill>
                  <a:srgbClr val="ACE66A"/>
                </a:solidFill>
                <a:latin typeface="Arial"/>
                <a:ea typeface="Arial"/>
                <a:cs typeface="Arial"/>
              </a:defRPr>
            </a:pPr>
            <a:r>
              <a:rPr sz="1050" b="1">
                <a:solidFill>
                  <a:srgbClr val="ACE66A"/>
                </a:solidFill>
                <a:latin typeface="Arial"/>
                <a:ea typeface="Arial"/>
                <a:cs typeface="Arial"/>
              </a:rPr>
              <a:t>NIROB / TOPIC A · VERSION 3.3</a:t>
            </a:r>
          </a:p>
        </p:txBody>
      </p:sp>
      <p:sp>
        <p:nvSpPr>
          <p:cNvPr id="2" name="">
            <a:extLst xmlns:a="http://schemas.openxmlformats.org/drawingml/2006/main">
              <a:ext uri="{FF2B5EF4-FFF2-40B4-BE49-F238E27FC236}">
                <a16:creationId xmlns:a16="http://schemas.microsoft.com/office/drawing/2014/main" id="{EB81BF25-EC74-4F78-9CAE-3227E6218CAE}"/>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vl1pPr>
              <a:buNone/>
              <a:defRPr sz="3150" b="1">
                <a:solidFill>
                  <a:srgbClr val="FFFFFF"/>
                </a:solidFill>
                <a:latin typeface="Arial"/>
                <a:ea typeface="Arial"/>
                <a:cs typeface="Arial"/>
              </a:defRPr>
            </a:lvl1pPr>
            <a:lvl2pPr>
              <a:buNone/>
              <a:defRPr sz="3150" b="1">
                <a:solidFill>
                  <a:srgbClr val="FFFFFF"/>
                </a:solidFill>
                <a:latin typeface="Arial"/>
                <a:ea typeface="Arial"/>
                <a:cs typeface="Arial"/>
              </a:defRPr>
            </a:lvl2pPr>
            <a:lvl3pPr>
              <a:buNone/>
              <a:defRPr sz="3150" b="1">
                <a:solidFill>
                  <a:srgbClr val="FFFFFF"/>
                </a:solidFill>
                <a:latin typeface="Arial"/>
                <a:ea typeface="Arial"/>
                <a:cs typeface="Arial"/>
              </a:defRPr>
            </a:lvl3pPr>
            <a:lvl4pPr>
              <a:buNone/>
              <a:defRPr sz="3150" b="1">
                <a:solidFill>
                  <a:srgbClr val="FFFFFF"/>
                </a:solidFill>
                <a:latin typeface="Arial"/>
                <a:ea typeface="Arial"/>
                <a:cs typeface="Arial"/>
              </a:defRPr>
            </a:lvl4pPr>
            <a:lvl5pPr>
              <a:buNone/>
              <a:defRPr sz="3150" b="1">
                <a:solidFill>
                  <a:srgbClr val="FFFFFF"/>
                </a:solidFill>
                <a:latin typeface="Arial"/>
                <a:ea typeface="Arial"/>
                <a:cs typeface="Arial"/>
              </a:defRPr>
            </a:lvl5pPr>
            <a:lvl6pPr>
              <a:buNone/>
              <a:defRPr sz="3150" b="1">
                <a:solidFill>
                  <a:srgbClr val="FFFFFF"/>
                </a:solidFill>
                <a:latin typeface="Arial"/>
                <a:ea typeface="Arial"/>
                <a:cs typeface="Arial"/>
              </a:defRPr>
            </a:lvl6pPr>
            <a:lvl7pPr>
              <a:buNone/>
              <a:defRPr sz="3150" b="1">
                <a:solidFill>
                  <a:srgbClr val="FFFFFF"/>
                </a:solidFill>
                <a:latin typeface="Arial"/>
                <a:ea typeface="Arial"/>
                <a:cs typeface="Arial"/>
              </a:defRPr>
            </a:lvl7pPr>
            <a:lvl8pPr>
              <a:buNone/>
              <a:defRPr sz="3150" b="1">
                <a:solidFill>
                  <a:srgbClr val="FFFFFF"/>
                </a:solidFill>
                <a:latin typeface="Arial"/>
                <a:ea typeface="Arial"/>
                <a:cs typeface="Arial"/>
              </a:defRPr>
            </a:lvl8pPr>
            <a:lvl9pPr>
              <a:buNone/>
              <a:defRPr sz="3150" b="1">
                <a:solidFill>
                  <a:srgbClr val="FFFFFF"/>
                </a:solidFill>
                <a:latin typeface="Arial"/>
                <a:ea typeface="Arial"/>
                <a:cs typeface="Arial"/>
              </a:defRPr>
            </a:lvl9pPr>
          </a:lstStyle>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Trust expands preparation and scheduling</a:t>
            </a:r>
          </a:p>
        </p:txBody>
      </p:sp>
      <p:sp>
        <p:nvSpPr>
          <p:cNvPr id="3" name="">
            <a:extLst xmlns:a="http://schemas.openxmlformats.org/drawingml/2006/main">
              <a:ext uri="{FF2B5EF4-FFF2-40B4-BE49-F238E27FC236}">
                <a16:creationId xmlns:a16="http://schemas.microsoft.com/office/drawing/2014/main" id="{AC148CAD-5BC1-493F-A577-3CF83454D8BD}"/>
              </a:ext>
            </a:extLst>
          </p:cNvPr>
          <p:cNvSpPr>
            <a:spLocks xmlns:a="http://schemas.openxmlformats.org/drawingml/2006/main" noGrp="1"/>
          </p:cNvSpPr>
          <p:nvPr/>
        </p:nvSpPr>
        <p:spPr>
          <a:xfrm xmlns:a="http://schemas.openxmlformats.org/drawingml/2006/main">
            <a:off x="533400" y="644842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Synthetic accounts · Local AI · Your final approval</a:t>
            </a:r>
          </a:p>
        </p:txBody>
      </p:sp>
      <p:sp>
        <p:nvSpPr>
          <p:cNvPr id="4" name="">
            <a:extLst xmlns:a="http://schemas.openxmlformats.org/drawingml/2006/main">
              <a:ext uri="{FF2B5EF4-FFF2-40B4-BE49-F238E27FC236}">
                <a16:creationId xmlns:a16="http://schemas.microsoft.com/office/drawing/2014/main" id="{FEC15430-8D76-4108-B768-9D0058B24B96}"/>
              </a:ext>
            </a:extLst>
          </p:cNvPr>
          <p:cNvSpPr>
            <a:spLocks xmlns:a="http://schemas.openxmlformats.org/drawingml/2006/main" noGrp="1"/>
          </p:cNvSpPr>
          <p:nvPr/>
        </p:nvSpPr>
        <p:spPr>
          <a:xfrm xmlns:a="http://schemas.openxmlformats.org/drawingml/2006/main">
            <a:off x="1133475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6661E9EC-DC32-4D3E-96D0-613F7C2EC47F}"/>
              </a:ext>
            </a:extLst>
          </p:cNvPr>
          <p:cNvSpPr>
            <a:spLocks xmlns:a="http://schemas.openxmlformats.org/drawingml/2006/main" noGrp="1"/>
          </p:cNvSpPr>
          <p:nvPr/>
        </p:nvSpPr>
        <p:spPr>
          <a:xfrm xmlns:a="http://schemas.openxmlformats.org/drawingml/2006/main">
            <a:off x="533400" y="2076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buNone/>
              <a:defRPr sz="2025" b="1">
                <a:solidFill>
                  <a:srgbClr val="ACE66A"/>
                </a:solidFill>
                <a:latin typeface="Arial"/>
                <a:ea typeface="Arial"/>
                <a:cs typeface="Arial"/>
              </a:defRPr>
            </a:lvl1pPr>
            <a:lvl2pPr>
              <a:buNone/>
              <a:defRPr sz="2025" b="1">
                <a:solidFill>
                  <a:srgbClr val="ACE66A"/>
                </a:solidFill>
                <a:latin typeface="Arial"/>
                <a:ea typeface="Arial"/>
                <a:cs typeface="Arial"/>
              </a:defRPr>
            </a:lvl2pPr>
            <a:lvl3pPr>
              <a:buNone/>
              <a:defRPr sz="2025" b="1">
                <a:solidFill>
                  <a:srgbClr val="ACE66A"/>
                </a:solidFill>
                <a:latin typeface="Arial"/>
                <a:ea typeface="Arial"/>
                <a:cs typeface="Arial"/>
              </a:defRPr>
            </a:lvl3pPr>
            <a:lvl4pPr>
              <a:buNone/>
              <a:defRPr sz="2025" b="1">
                <a:solidFill>
                  <a:srgbClr val="ACE66A"/>
                </a:solidFill>
                <a:latin typeface="Arial"/>
                <a:ea typeface="Arial"/>
                <a:cs typeface="Arial"/>
              </a:defRPr>
            </a:lvl4pPr>
            <a:lvl5pPr>
              <a:buNone/>
              <a:defRPr sz="2025" b="1">
                <a:solidFill>
                  <a:srgbClr val="ACE66A"/>
                </a:solidFill>
                <a:latin typeface="Arial"/>
                <a:ea typeface="Arial"/>
                <a:cs typeface="Arial"/>
              </a:defRPr>
            </a:lvl5pPr>
            <a:lvl6pPr>
              <a:buNone/>
              <a:defRPr sz="2025" b="1">
                <a:solidFill>
                  <a:srgbClr val="ACE66A"/>
                </a:solidFill>
                <a:latin typeface="Arial"/>
                <a:ea typeface="Arial"/>
                <a:cs typeface="Arial"/>
              </a:defRPr>
            </a:lvl6pPr>
            <a:lvl7pPr>
              <a:buNone/>
              <a:defRPr sz="2025" b="1">
                <a:solidFill>
                  <a:srgbClr val="ACE66A"/>
                </a:solidFill>
                <a:latin typeface="Arial"/>
                <a:ea typeface="Arial"/>
                <a:cs typeface="Arial"/>
              </a:defRPr>
            </a:lvl7pPr>
            <a:lvl8pPr>
              <a:buNone/>
              <a:defRPr sz="2025" b="1">
                <a:solidFill>
                  <a:srgbClr val="ACE66A"/>
                </a:solidFill>
                <a:latin typeface="Arial"/>
                <a:ea typeface="Arial"/>
                <a:cs typeface="Arial"/>
              </a:defRPr>
            </a:lvl8pPr>
            <a:lvl9pPr>
              <a:buNone/>
              <a:defRPr sz="2025" b="1">
                <a:solidFill>
                  <a:srgbClr val="ACE66A"/>
                </a:solidFill>
                <a:latin typeface="Arial"/>
                <a:ea typeface="Arial"/>
                <a:cs typeface="Arial"/>
              </a:defRPr>
            </a:lvl9pPr>
          </a:lstStyle>
          <a:p xmlns:a="http://schemas.openxmlformats.org/drawingml/2006/main">
            <a:pPr>
              <a:buNone/>
              <a:defRPr sz="2025" b="1">
                <a:solidFill>
                  <a:srgbClr val="ACE66A"/>
                </a:solidFill>
                <a:latin typeface="Arial"/>
                <a:ea typeface="Arial"/>
                <a:cs typeface="Arial"/>
              </a:defRPr>
            </a:pPr>
            <a:r>
              <a:rPr sz="2025" b="1">
                <a:solidFill>
                  <a:srgbClr val="ACE66A"/>
                </a:solidFill>
                <a:latin typeface="Arial"/>
                <a:ea typeface="Arial"/>
                <a:cs typeface="Arial"/>
              </a:rPr>
              <a:t>Review actual drafts</a:t>
            </a:r>
          </a:p>
        </p:txBody>
      </p:sp>
      <p:sp>
        <p:nvSpPr>
          <p:cNvPr id="6" name="">
            <a:extLst xmlns:a="http://schemas.openxmlformats.org/drawingml/2006/main">
              <a:ext uri="{FF2B5EF4-FFF2-40B4-BE49-F238E27FC236}">
                <a16:creationId xmlns:a16="http://schemas.microsoft.com/office/drawing/2014/main" id="{1259E2BB-3D89-40F3-B820-3967F14B351D}"/>
              </a:ext>
            </a:extLst>
          </p:cNvPr>
          <p:cNvSpPr>
            <a:spLocks xmlns:a="http://schemas.openxmlformats.org/drawingml/2006/main" noGrp="1"/>
          </p:cNvSpPr>
          <p:nvPr/>
        </p:nvSpPr>
        <p:spPr>
          <a:xfrm xmlns:a="http://schemas.openxmlformats.org/drawingml/2006/main">
            <a:off x="533400" y="24860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Correct, incorrect and unsafe feedback are separate from payment approval.</a:t>
            </a:r>
          </a:p>
        </p:txBody>
      </p:sp>
      <p:sp>
        <p:nvSpPr>
          <p:cNvPr id="7" name="">
            <a:extLst xmlns:a="http://schemas.openxmlformats.org/drawingml/2006/main">
              <a:ext uri="{FF2B5EF4-FFF2-40B4-BE49-F238E27FC236}">
                <a16:creationId xmlns:a16="http://schemas.microsoft.com/office/drawing/2014/main" id="{E772914F-882A-42EE-A11A-48A65B7E58E8}"/>
              </a:ext>
            </a:extLst>
          </p:cNvPr>
          <p:cNvSpPr>
            <a:spLocks xmlns:a="http://schemas.openxmlformats.org/drawingml/2006/main" noGrp="1"/>
          </p:cNvSpPr>
          <p:nvPr/>
        </p:nvSpPr>
        <p:spPr>
          <a:xfrm xmlns:a="http://schemas.openxmlformats.org/drawingml/2006/main">
            <a:off x="533400" y="30765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buNone/>
              <a:defRPr sz="2025" b="1">
                <a:solidFill>
                  <a:srgbClr val="ACE66A"/>
                </a:solidFill>
                <a:latin typeface="Arial"/>
                <a:ea typeface="Arial"/>
                <a:cs typeface="Arial"/>
              </a:defRPr>
            </a:lvl1pPr>
            <a:lvl2pPr>
              <a:buNone/>
              <a:defRPr sz="2025" b="1">
                <a:solidFill>
                  <a:srgbClr val="ACE66A"/>
                </a:solidFill>
                <a:latin typeface="Arial"/>
                <a:ea typeface="Arial"/>
                <a:cs typeface="Arial"/>
              </a:defRPr>
            </a:lvl2pPr>
            <a:lvl3pPr>
              <a:buNone/>
              <a:defRPr sz="2025" b="1">
                <a:solidFill>
                  <a:srgbClr val="ACE66A"/>
                </a:solidFill>
                <a:latin typeface="Arial"/>
                <a:ea typeface="Arial"/>
                <a:cs typeface="Arial"/>
              </a:defRPr>
            </a:lvl3pPr>
            <a:lvl4pPr>
              <a:buNone/>
              <a:defRPr sz="2025" b="1">
                <a:solidFill>
                  <a:srgbClr val="ACE66A"/>
                </a:solidFill>
                <a:latin typeface="Arial"/>
                <a:ea typeface="Arial"/>
                <a:cs typeface="Arial"/>
              </a:defRPr>
            </a:lvl4pPr>
            <a:lvl5pPr>
              <a:buNone/>
              <a:defRPr sz="2025" b="1">
                <a:solidFill>
                  <a:srgbClr val="ACE66A"/>
                </a:solidFill>
                <a:latin typeface="Arial"/>
                <a:ea typeface="Arial"/>
                <a:cs typeface="Arial"/>
              </a:defRPr>
            </a:lvl5pPr>
            <a:lvl6pPr>
              <a:buNone/>
              <a:defRPr sz="2025" b="1">
                <a:solidFill>
                  <a:srgbClr val="ACE66A"/>
                </a:solidFill>
                <a:latin typeface="Arial"/>
                <a:ea typeface="Arial"/>
                <a:cs typeface="Arial"/>
              </a:defRPr>
            </a:lvl6pPr>
            <a:lvl7pPr>
              <a:buNone/>
              <a:defRPr sz="2025" b="1">
                <a:solidFill>
                  <a:srgbClr val="ACE66A"/>
                </a:solidFill>
                <a:latin typeface="Arial"/>
                <a:ea typeface="Arial"/>
                <a:cs typeface="Arial"/>
              </a:defRPr>
            </a:lvl7pPr>
            <a:lvl8pPr>
              <a:buNone/>
              <a:defRPr sz="2025" b="1">
                <a:solidFill>
                  <a:srgbClr val="ACE66A"/>
                </a:solidFill>
                <a:latin typeface="Arial"/>
                <a:ea typeface="Arial"/>
                <a:cs typeface="Arial"/>
              </a:defRPr>
            </a:lvl8pPr>
            <a:lvl9pPr>
              <a:buNone/>
              <a:defRPr sz="2025" b="1">
                <a:solidFill>
                  <a:srgbClr val="ACE66A"/>
                </a:solidFill>
                <a:latin typeface="Arial"/>
                <a:ea typeface="Arial"/>
                <a:cs typeface="Arial"/>
              </a:defRPr>
            </a:lvl9pPr>
          </a:lstStyle>
          <a:p xmlns:a="http://schemas.openxmlformats.org/drawingml/2006/main">
            <a:pPr>
              <a:buNone/>
              <a:defRPr sz="2025" b="1">
                <a:solidFill>
                  <a:srgbClr val="ACE66A"/>
                </a:solidFill>
                <a:latin typeface="Arial"/>
                <a:ea typeface="Arial"/>
                <a:cs typeface="Arial"/>
              </a:defRPr>
            </a:pPr>
            <a:r>
              <a:rPr sz="2025" b="1">
                <a:solidFill>
                  <a:srgbClr val="ACE66A"/>
                </a:solidFill>
                <a:latin typeface="Arial"/>
                <a:ea typeface="Arial"/>
                <a:cs typeface="Arial"/>
              </a:rPr>
              <a:t>Scope-specific thresholds</a:t>
            </a:r>
          </a:p>
        </p:txBody>
      </p:sp>
      <p:sp>
        <p:nvSpPr>
          <p:cNvPr id="8" name="">
            <a:extLst xmlns:a="http://schemas.openxmlformats.org/drawingml/2006/main">
              <a:ext uri="{FF2B5EF4-FFF2-40B4-BE49-F238E27FC236}">
                <a16:creationId xmlns:a16="http://schemas.microsoft.com/office/drawing/2014/main" id="{984503E3-2481-4949-924A-B894074E9FC7}"/>
              </a:ext>
            </a:extLst>
          </p:cNvPr>
          <p:cNvSpPr>
            <a:spLocks xmlns:a="http://schemas.openxmlformats.org/drawingml/2006/main" noGrp="1"/>
          </p:cNvSpPr>
          <p:nvPr/>
        </p:nvSpPr>
        <p:spPr>
          <a:xfrm xmlns:a="http://schemas.openxmlformats.org/drawingml/2006/main">
            <a:off x="533400" y="34861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Bills and transfers: 20 / 40 / 80 reviews plus 80% / 90% / 95% Wilson bounds.</a:t>
            </a:r>
          </a:p>
        </p:txBody>
      </p:sp>
      <p:sp>
        <p:nvSpPr>
          <p:cNvPr id="9" name="">
            <a:extLst xmlns:a="http://schemas.openxmlformats.org/drawingml/2006/main">
              <a:ext uri="{FF2B5EF4-FFF2-40B4-BE49-F238E27FC236}">
                <a16:creationId xmlns:a16="http://schemas.microsoft.com/office/drawing/2014/main" id="{06C5A958-AF15-454C-921B-E6CFD40174B7}"/>
              </a:ext>
            </a:extLst>
          </p:cNvPr>
          <p:cNvSpPr>
            <a:spLocks xmlns:a="http://schemas.openxmlformats.org/drawingml/2006/main" noGrp="1"/>
          </p:cNvSpPr>
          <p:nvPr/>
        </p:nvSpPr>
        <p:spPr>
          <a:xfrm xmlns:a="http://schemas.openxmlformats.org/drawingml/2006/main">
            <a:off x="533400" y="40767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buNone/>
              <a:defRPr sz="2025" b="1">
                <a:solidFill>
                  <a:srgbClr val="ACE66A"/>
                </a:solidFill>
                <a:latin typeface="Arial"/>
                <a:ea typeface="Arial"/>
                <a:cs typeface="Arial"/>
              </a:defRPr>
            </a:lvl1pPr>
            <a:lvl2pPr>
              <a:buNone/>
              <a:defRPr sz="2025" b="1">
                <a:solidFill>
                  <a:srgbClr val="ACE66A"/>
                </a:solidFill>
                <a:latin typeface="Arial"/>
                <a:ea typeface="Arial"/>
                <a:cs typeface="Arial"/>
              </a:defRPr>
            </a:lvl2pPr>
            <a:lvl3pPr>
              <a:buNone/>
              <a:defRPr sz="2025" b="1">
                <a:solidFill>
                  <a:srgbClr val="ACE66A"/>
                </a:solidFill>
                <a:latin typeface="Arial"/>
                <a:ea typeface="Arial"/>
                <a:cs typeface="Arial"/>
              </a:defRPr>
            </a:lvl3pPr>
            <a:lvl4pPr>
              <a:buNone/>
              <a:defRPr sz="2025" b="1">
                <a:solidFill>
                  <a:srgbClr val="ACE66A"/>
                </a:solidFill>
                <a:latin typeface="Arial"/>
                <a:ea typeface="Arial"/>
                <a:cs typeface="Arial"/>
              </a:defRPr>
            </a:lvl4pPr>
            <a:lvl5pPr>
              <a:buNone/>
              <a:defRPr sz="2025" b="1">
                <a:solidFill>
                  <a:srgbClr val="ACE66A"/>
                </a:solidFill>
                <a:latin typeface="Arial"/>
                <a:ea typeface="Arial"/>
                <a:cs typeface="Arial"/>
              </a:defRPr>
            </a:lvl5pPr>
            <a:lvl6pPr>
              <a:buNone/>
              <a:defRPr sz="2025" b="1">
                <a:solidFill>
                  <a:srgbClr val="ACE66A"/>
                </a:solidFill>
                <a:latin typeface="Arial"/>
                <a:ea typeface="Arial"/>
                <a:cs typeface="Arial"/>
              </a:defRPr>
            </a:lvl6pPr>
            <a:lvl7pPr>
              <a:buNone/>
              <a:defRPr sz="2025" b="1">
                <a:solidFill>
                  <a:srgbClr val="ACE66A"/>
                </a:solidFill>
                <a:latin typeface="Arial"/>
                <a:ea typeface="Arial"/>
                <a:cs typeface="Arial"/>
              </a:defRPr>
            </a:lvl7pPr>
            <a:lvl8pPr>
              <a:buNone/>
              <a:defRPr sz="2025" b="1">
                <a:solidFill>
                  <a:srgbClr val="ACE66A"/>
                </a:solidFill>
                <a:latin typeface="Arial"/>
                <a:ea typeface="Arial"/>
                <a:cs typeface="Arial"/>
              </a:defRPr>
            </a:lvl8pPr>
            <a:lvl9pPr>
              <a:buNone/>
              <a:defRPr sz="2025" b="1">
                <a:solidFill>
                  <a:srgbClr val="ACE66A"/>
                </a:solidFill>
                <a:latin typeface="Arial"/>
                <a:ea typeface="Arial"/>
                <a:cs typeface="Arial"/>
              </a:defRPr>
            </a:lvl9pPr>
          </a:lstStyle>
          <a:p xmlns:a="http://schemas.openxmlformats.org/drawingml/2006/main">
            <a:pPr>
              <a:buNone/>
              <a:defRPr sz="2025" b="1">
                <a:solidFill>
                  <a:srgbClr val="ACE66A"/>
                </a:solidFill>
                <a:latin typeface="Arial"/>
                <a:ea typeface="Arial"/>
                <a:cs typeface="Arial"/>
              </a:defRPr>
            </a:pPr>
            <a:r>
              <a:rPr sz="2025" b="1">
                <a:solidFill>
                  <a:srgbClr val="ACE66A"/>
                </a:solidFill>
                <a:latin typeface="Arial"/>
                <a:ea typeface="Arial"/>
                <a:cs typeface="Arial"/>
              </a:rPr>
              <a:t>Keep the approval boundary</a:t>
            </a:r>
          </a:p>
        </p:txBody>
      </p:sp>
      <p:sp>
        <p:nvSpPr>
          <p:cNvPr id="10" name="">
            <a:extLst xmlns:a="http://schemas.openxmlformats.org/drawingml/2006/main">
              <a:ext uri="{FF2B5EF4-FFF2-40B4-BE49-F238E27FC236}">
                <a16:creationId xmlns:a16="http://schemas.microsoft.com/office/drawing/2014/main" id="{BD6273B8-ED0C-4E06-A008-3B0B5230713F}"/>
              </a:ext>
            </a:extLst>
          </p:cNvPr>
          <p:cNvSpPr>
            <a:spLocks xmlns:a="http://schemas.openxmlformats.org/drawingml/2006/main" noGrp="1"/>
          </p:cNvSpPr>
          <p:nvPr/>
        </p:nvSpPr>
        <p:spPr>
          <a:xfrm xmlns:a="http://schemas.openxmlformats.org/drawingml/2006/main">
            <a:off x="533400" y="44862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Bill tier 1 enables eligible draft scheduling. Every payment still needs a passkey.</a:t>
            </a:r>
          </a:p>
        </p:txBody>
      </p:sp>
    </p:spTree>
    <p:extLst>
      <p:ext uri="{BB962C8B-B14F-4D97-AF65-F5344CB8AC3E}">
        <p14:creationId xmlns:p14="http://schemas.microsoft.com/office/powerpoint/2010/main" val="1809333842"/>
      </p:ext>
    </p:extLst>
  </p:cSld>
</p:sld>
</file>

<file path=ppt/slides/slide7.xml><?xml version="1.0" encoding="utf-8"?>
<p:sld xmlns:p="http://schemas.openxmlformats.org/presentationml/2006/main">
  <p:cSld>
    <p:bg>
      <p:bgPr>
        <a:solidFill xmlns:a="http://schemas.openxmlformats.org/drawingml/2006/main">
          <a:srgbClr val="10263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D7229EB-48A5-4662-BF58-976E471727BA}"/>
              </a:ext>
            </a:extLst>
          </p:cNvPr>
          <p:cNvSpPr>
            <a:spLocks xmlns:a="http://schemas.openxmlformats.org/drawingml/2006/main" noGrp="1"/>
          </p:cNvSpPr>
          <p:nvPr/>
        </p:nvSpPr>
        <p:spPr>
          <a:xfrm xmlns:a="http://schemas.openxmlformats.org/drawingml/2006/main">
            <a:off x="533400" y="314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ACE66A"/>
                </a:solidFill>
                <a:latin typeface="Arial"/>
                <a:ea typeface="Arial"/>
                <a:cs typeface="Arial"/>
              </a:defRPr>
            </a:defPPr>
            <a:lvl1pPr>
              <a:buNone/>
              <a:defRPr sz="1050" b="1">
                <a:solidFill>
                  <a:srgbClr val="ACE66A"/>
                </a:solidFill>
                <a:latin typeface="Arial"/>
                <a:ea typeface="Arial"/>
                <a:cs typeface="Arial"/>
              </a:defRPr>
            </a:lvl1pPr>
            <a:lvl2pPr>
              <a:buNone/>
              <a:defRPr sz="1050" b="1">
                <a:solidFill>
                  <a:srgbClr val="ACE66A"/>
                </a:solidFill>
                <a:latin typeface="Arial"/>
                <a:ea typeface="Arial"/>
                <a:cs typeface="Arial"/>
              </a:defRPr>
            </a:lvl2pPr>
            <a:lvl3pPr>
              <a:buNone/>
              <a:defRPr sz="1050" b="1">
                <a:solidFill>
                  <a:srgbClr val="ACE66A"/>
                </a:solidFill>
                <a:latin typeface="Arial"/>
                <a:ea typeface="Arial"/>
                <a:cs typeface="Arial"/>
              </a:defRPr>
            </a:lvl3pPr>
            <a:lvl4pPr>
              <a:buNone/>
              <a:defRPr sz="1050" b="1">
                <a:solidFill>
                  <a:srgbClr val="ACE66A"/>
                </a:solidFill>
                <a:latin typeface="Arial"/>
                <a:ea typeface="Arial"/>
                <a:cs typeface="Arial"/>
              </a:defRPr>
            </a:lvl4pPr>
            <a:lvl5pPr>
              <a:buNone/>
              <a:defRPr sz="1050" b="1">
                <a:solidFill>
                  <a:srgbClr val="ACE66A"/>
                </a:solidFill>
                <a:latin typeface="Arial"/>
                <a:ea typeface="Arial"/>
                <a:cs typeface="Arial"/>
              </a:defRPr>
            </a:lvl5pPr>
            <a:lvl6pPr>
              <a:buNone/>
              <a:defRPr sz="1050" b="1">
                <a:solidFill>
                  <a:srgbClr val="ACE66A"/>
                </a:solidFill>
                <a:latin typeface="Arial"/>
                <a:ea typeface="Arial"/>
                <a:cs typeface="Arial"/>
              </a:defRPr>
            </a:lvl6pPr>
            <a:lvl7pPr>
              <a:buNone/>
              <a:defRPr sz="1050" b="1">
                <a:solidFill>
                  <a:srgbClr val="ACE66A"/>
                </a:solidFill>
                <a:latin typeface="Arial"/>
                <a:ea typeface="Arial"/>
                <a:cs typeface="Arial"/>
              </a:defRPr>
            </a:lvl7pPr>
            <a:lvl8pPr>
              <a:buNone/>
              <a:defRPr sz="1050" b="1">
                <a:solidFill>
                  <a:srgbClr val="ACE66A"/>
                </a:solidFill>
                <a:latin typeface="Arial"/>
                <a:ea typeface="Arial"/>
                <a:cs typeface="Arial"/>
              </a:defRPr>
            </a:lvl8pPr>
            <a:lvl9pPr>
              <a:buNone/>
              <a:defRPr sz="1050" b="1">
                <a:solidFill>
                  <a:srgbClr val="ACE66A"/>
                </a:solidFill>
                <a:latin typeface="Arial"/>
                <a:ea typeface="Arial"/>
                <a:cs typeface="Arial"/>
              </a:defRPr>
            </a:lvl9pPr>
          </a:lstStyle>
          <a:p xmlns:a="http://schemas.openxmlformats.org/drawingml/2006/main">
            <a:pPr>
              <a:buNone/>
              <a:defRPr sz="1050" b="1">
                <a:solidFill>
                  <a:srgbClr val="ACE66A"/>
                </a:solidFill>
                <a:latin typeface="Arial"/>
                <a:ea typeface="Arial"/>
                <a:cs typeface="Arial"/>
              </a:defRPr>
            </a:pPr>
            <a:r>
              <a:rPr sz="1050" b="1">
                <a:solidFill>
                  <a:srgbClr val="ACE66A"/>
                </a:solidFill>
                <a:latin typeface="Arial"/>
                <a:ea typeface="Arial"/>
                <a:cs typeface="Arial"/>
              </a:rPr>
              <a:t>NIROB / TOPIC A · VERSION 3.3</a:t>
            </a:r>
          </a:p>
        </p:txBody>
      </p:sp>
      <p:sp>
        <p:nvSpPr>
          <p:cNvPr id="2" name="">
            <a:extLst xmlns:a="http://schemas.openxmlformats.org/drawingml/2006/main">
              <a:ext uri="{FF2B5EF4-FFF2-40B4-BE49-F238E27FC236}">
                <a16:creationId xmlns:a16="http://schemas.microsoft.com/office/drawing/2014/main" id="{A4E42B7E-0256-4D06-8777-F940196C6AFD}"/>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vl1pPr>
              <a:buNone/>
              <a:defRPr sz="3150" b="1">
                <a:solidFill>
                  <a:srgbClr val="FFFFFF"/>
                </a:solidFill>
                <a:latin typeface="Arial"/>
                <a:ea typeface="Arial"/>
                <a:cs typeface="Arial"/>
              </a:defRPr>
            </a:lvl1pPr>
            <a:lvl2pPr>
              <a:buNone/>
              <a:defRPr sz="3150" b="1">
                <a:solidFill>
                  <a:srgbClr val="FFFFFF"/>
                </a:solidFill>
                <a:latin typeface="Arial"/>
                <a:ea typeface="Arial"/>
                <a:cs typeface="Arial"/>
              </a:defRPr>
            </a:lvl2pPr>
            <a:lvl3pPr>
              <a:buNone/>
              <a:defRPr sz="3150" b="1">
                <a:solidFill>
                  <a:srgbClr val="FFFFFF"/>
                </a:solidFill>
                <a:latin typeface="Arial"/>
                <a:ea typeface="Arial"/>
                <a:cs typeface="Arial"/>
              </a:defRPr>
            </a:lvl3pPr>
            <a:lvl4pPr>
              <a:buNone/>
              <a:defRPr sz="3150" b="1">
                <a:solidFill>
                  <a:srgbClr val="FFFFFF"/>
                </a:solidFill>
                <a:latin typeface="Arial"/>
                <a:ea typeface="Arial"/>
                <a:cs typeface="Arial"/>
              </a:defRPr>
            </a:lvl4pPr>
            <a:lvl5pPr>
              <a:buNone/>
              <a:defRPr sz="3150" b="1">
                <a:solidFill>
                  <a:srgbClr val="FFFFFF"/>
                </a:solidFill>
                <a:latin typeface="Arial"/>
                <a:ea typeface="Arial"/>
                <a:cs typeface="Arial"/>
              </a:defRPr>
            </a:lvl5pPr>
            <a:lvl6pPr>
              <a:buNone/>
              <a:defRPr sz="3150" b="1">
                <a:solidFill>
                  <a:srgbClr val="FFFFFF"/>
                </a:solidFill>
                <a:latin typeface="Arial"/>
                <a:ea typeface="Arial"/>
                <a:cs typeface="Arial"/>
              </a:defRPr>
            </a:lvl6pPr>
            <a:lvl7pPr>
              <a:buNone/>
              <a:defRPr sz="3150" b="1">
                <a:solidFill>
                  <a:srgbClr val="FFFFFF"/>
                </a:solidFill>
                <a:latin typeface="Arial"/>
                <a:ea typeface="Arial"/>
                <a:cs typeface="Arial"/>
              </a:defRPr>
            </a:lvl7pPr>
            <a:lvl8pPr>
              <a:buNone/>
              <a:defRPr sz="3150" b="1">
                <a:solidFill>
                  <a:srgbClr val="FFFFFF"/>
                </a:solidFill>
                <a:latin typeface="Arial"/>
                <a:ea typeface="Arial"/>
                <a:cs typeface="Arial"/>
              </a:defRPr>
            </a:lvl8pPr>
            <a:lvl9pPr>
              <a:buNone/>
              <a:defRPr sz="3150" b="1">
                <a:solidFill>
                  <a:srgbClr val="FFFFFF"/>
                </a:solidFill>
                <a:latin typeface="Arial"/>
                <a:ea typeface="Arial"/>
                <a:cs typeface="Arial"/>
              </a:defRPr>
            </a:lvl9pPr>
          </a:lstStyle>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Measured results and disclosed limits</a:t>
            </a:r>
          </a:p>
        </p:txBody>
      </p:sp>
      <p:sp>
        <p:nvSpPr>
          <p:cNvPr id="3" name="">
            <a:extLst xmlns:a="http://schemas.openxmlformats.org/drawingml/2006/main">
              <a:ext uri="{FF2B5EF4-FFF2-40B4-BE49-F238E27FC236}">
                <a16:creationId xmlns:a16="http://schemas.microsoft.com/office/drawing/2014/main" id="{44A14BE7-9A1F-4BE2-A259-29D070E99B70}"/>
              </a:ext>
            </a:extLst>
          </p:cNvPr>
          <p:cNvSpPr>
            <a:spLocks xmlns:a="http://schemas.openxmlformats.org/drawingml/2006/main" noGrp="1"/>
          </p:cNvSpPr>
          <p:nvPr/>
        </p:nvSpPr>
        <p:spPr>
          <a:xfrm xmlns:a="http://schemas.openxmlformats.org/drawingml/2006/main">
            <a:off x="533400" y="644842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Synthetic accounts · Local AI · Your final approval</a:t>
            </a:r>
          </a:p>
        </p:txBody>
      </p:sp>
      <p:sp>
        <p:nvSpPr>
          <p:cNvPr id="4" name="">
            <a:extLst xmlns:a="http://schemas.openxmlformats.org/drawingml/2006/main">
              <a:ext uri="{FF2B5EF4-FFF2-40B4-BE49-F238E27FC236}">
                <a16:creationId xmlns:a16="http://schemas.microsoft.com/office/drawing/2014/main" id="{71C7DF05-D7D1-42BB-9507-2DB0A0ACD5A6}"/>
              </a:ext>
            </a:extLst>
          </p:cNvPr>
          <p:cNvSpPr>
            <a:spLocks xmlns:a="http://schemas.openxmlformats.org/drawingml/2006/main" noGrp="1"/>
          </p:cNvSpPr>
          <p:nvPr/>
        </p:nvSpPr>
        <p:spPr>
          <a:xfrm xmlns:a="http://schemas.openxmlformats.org/drawingml/2006/main">
            <a:off x="1133475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85C7AFE9-8718-4519-8417-0369092183CF}"/>
              </a:ext>
            </a:extLst>
          </p:cNvPr>
          <p:cNvSpPr>
            <a:spLocks xmlns:a="http://schemas.openxmlformats.org/drawingml/2006/main" noGrp="1"/>
          </p:cNvSpPr>
          <p:nvPr/>
        </p:nvSpPr>
        <p:spPr>
          <a:xfrm xmlns:a="http://schemas.openxmlformats.org/drawingml/2006/main">
            <a:off x="533400" y="19526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ACE66A"/>
                </a:solidFill>
                <a:latin typeface="Arial"/>
                <a:ea typeface="Arial"/>
                <a:cs typeface="Arial"/>
              </a:defRPr>
            </a:defPPr>
            <a:lvl1pPr>
              <a:buNone/>
              <a:defRPr sz="2850" b="1">
                <a:solidFill>
                  <a:srgbClr val="ACE66A"/>
                </a:solidFill>
                <a:latin typeface="Arial"/>
                <a:ea typeface="Arial"/>
                <a:cs typeface="Arial"/>
              </a:defRPr>
            </a:lvl1pPr>
            <a:lvl2pPr>
              <a:buNone/>
              <a:defRPr sz="2850" b="1">
                <a:solidFill>
                  <a:srgbClr val="ACE66A"/>
                </a:solidFill>
                <a:latin typeface="Arial"/>
                <a:ea typeface="Arial"/>
                <a:cs typeface="Arial"/>
              </a:defRPr>
            </a:lvl2pPr>
            <a:lvl3pPr>
              <a:buNone/>
              <a:defRPr sz="2850" b="1">
                <a:solidFill>
                  <a:srgbClr val="ACE66A"/>
                </a:solidFill>
                <a:latin typeface="Arial"/>
                <a:ea typeface="Arial"/>
                <a:cs typeface="Arial"/>
              </a:defRPr>
            </a:lvl3pPr>
            <a:lvl4pPr>
              <a:buNone/>
              <a:defRPr sz="2850" b="1">
                <a:solidFill>
                  <a:srgbClr val="ACE66A"/>
                </a:solidFill>
                <a:latin typeface="Arial"/>
                <a:ea typeface="Arial"/>
                <a:cs typeface="Arial"/>
              </a:defRPr>
            </a:lvl4pPr>
            <a:lvl5pPr>
              <a:buNone/>
              <a:defRPr sz="2850" b="1">
                <a:solidFill>
                  <a:srgbClr val="ACE66A"/>
                </a:solidFill>
                <a:latin typeface="Arial"/>
                <a:ea typeface="Arial"/>
                <a:cs typeface="Arial"/>
              </a:defRPr>
            </a:lvl5pPr>
            <a:lvl6pPr>
              <a:buNone/>
              <a:defRPr sz="2850" b="1">
                <a:solidFill>
                  <a:srgbClr val="ACE66A"/>
                </a:solidFill>
                <a:latin typeface="Arial"/>
                <a:ea typeface="Arial"/>
                <a:cs typeface="Arial"/>
              </a:defRPr>
            </a:lvl6pPr>
            <a:lvl7pPr>
              <a:buNone/>
              <a:defRPr sz="2850" b="1">
                <a:solidFill>
                  <a:srgbClr val="ACE66A"/>
                </a:solidFill>
                <a:latin typeface="Arial"/>
                <a:ea typeface="Arial"/>
                <a:cs typeface="Arial"/>
              </a:defRPr>
            </a:lvl7pPr>
            <a:lvl8pPr>
              <a:buNone/>
              <a:defRPr sz="2850" b="1">
                <a:solidFill>
                  <a:srgbClr val="ACE66A"/>
                </a:solidFill>
                <a:latin typeface="Arial"/>
                <a:ea typeface="Arial"/>
                <a:cs typeface="Arial"/>
              </a:defRPr>
            </a:lvl8pPr>
            <a:lvl9pPr>
              <a:buNone/>
              <a:defRPr sz="2850" b="1">
                <a:solidFill>
                  <a:srgbClr val="ACE66A"/>
                </a:solidFill>
                <a:latin typeface="Arial"/>
                <a:ea typeface="Arial"/>
                <a:cs typeface="Arial"/>
              </a:defRPr>
            </a:lvl9pPr>
          </a:lstStyle>
          <a:p xmlns:a="http://schemas.openxmlformats.org/drawingml/2006/main">
            <a:pPr>
              <a:buNone/>
              <a:defRPr sz="2850" b="1">
                <a:solidFill>
                  <a:srgbClr val="ACE66A"/>
                </a:solidFill>
                <a:latin typeface="Arial"/>
                <a:ea typeface="Arial"/>
                <a:cs typeface="Arial"/>
              </a:defRPr>
            </a:pPr>
            <a:r>
              <a:rPr sz="2850" b="1">
                <a:solidFill>
                  <a:srgbClr val="ACE66A"/>
                </a:solidFill>
                <a:latin typeface="Arial"/>
                <a:ea typeface="Arial"/>
                <a:cs typeface="Arial"/>
              </a:rPr>
              <a:t>76 / 76</a:t>
            </a:r>
          </a:p>
        </p:txBody>
      </p:sp>
      <p:sp>
        <p:nvSpPr>
          <p:cNvPr id="6" name="">
            <a:extLst xmlns:a="http://schemas.openxmlformats.org/drawingml/2006/main">
              <a:ext uri="{FF2B5EF4-FFF2-40B4-BE49-F238E27FC236}">
                <a16:creationId xmlns:a16="http://schemas.microsoft.com/office/drawing/2014/main" id="{61388A72-7789-45E1-8E2C-87E0767F4F51}"/>
              </a:ext>
            </a:extLst>
          </p:cNvPr>
          <p:cNvSpPr>
            <a:spLocks xmlns:a="http://schemas.openxmlformats.org/drawingml/2006/main" noGrp="1"/>
          </p:cNvSpPr>
          <p:nvPr/>
        </p:nvSpPr>
        <p:spPr>
          <a:xfrm xmlns:a="http://schemas.openxmlformats.org/drawingml/2006/main">
            <a:off x="2857500" y="2047875"/>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DBE8E9"/>
                </a:solidFill>
                <a:latin typeface="Arial"/>
                <a:ea typeface="Arial"/>
                <a:cs typeface="Arial"/>
              </a:defRPr>
            </a:defPPr>
            <a:lvl1pPr>
              <a:buNone/>
              <a:defRPr sz="1950" b="0">
                <a:solidFill>
                  <a:srgbClr val="DBE8E9"/>
                </a:solidFill>
                <a:latin typeface="Arial"/>
                <a:ea typeface="Arial"/>
                <a:cs typeface="Arial"/>
              </a:defRPr>
            </a:lvl1pPr>
            <a:lvl2pPr>
              <a:buNone/>
              <a:defRPr sz="1950" b="0">
                <a:solidFill>
                  <a:srgbClr val="DBE8E9"/>
                </a:solidFill>
                <a:latin typeface="Arial"/>
                <a:ea typeface="Arial"/>
                <a:cs typeface="Arial"/>
              </a:defRPr>
            </a:lvl2pPr>
            <a:lvl3pPr>
              <a:buNone/>
              <a:defRPr sz="1950" b="0">
                <a:solidFill>
                  <a:srgbClr val="DBE8E9"/>
                </a:solidFill>
                <a:latin typeface="Arial"/>
                <a:ea typeface="Arial"/>
                <a:cs typeface="Arial"/>
              </a:defRPr>
            </a:lvl3pPr>
            <a:lvl4pPr>
              <a:buNone/>
              <a:defRPr sz="1950" b="0">
                <a:solidFill>
                  <a:srgbClr val="DBE8E9"/>
                </a:solidFill>
                <a:latin typeface="Arial"/>
                <a:ea typeface="Arial"/>
                <a:cs typeface="Arial"/>
              </a:defRPr>
            </a:lvl4pPr>
            <a:lvl5pPr>
              <a:buNone/>
              <a:defRPr sz="1950" b="0">
                <a:solidFill>
                  <a:srgbClr val="DBE8E9"/>
                </a:solidFill>
                <a:latin typeface="Arial"/>
                <a:ea typeface="Arial"/>
                <a:cs typeface="Arial"/>
              </a:defRPr>
            </a:lvl5pPr>
            <a:lvl6pPr>
              <a:buNone/>
              <a:defRPr sz="1950" b="0">
                <a:solidFill>
                  <a:srgbClr val="DBE8E9"/>
                </a:solidFill>
                <a:latin typeface="Arial"/>
                <a:ea typeface="Arial"/>
                <a:cs typeface="Arial"/>
              </a:defRPr>
            </a:lvl6pPr>
            <a:lvl7pPr>
              <a:buNone/>
              <a:defRPr sz="1950" b="0">
                <a:solidFill>
                  <a:srgbClr val="DBE8E9"/>
                </a:solidFill>
                <a:latin typeface="Arial"/>
                <a:ea typeface="Arial"/>
                <a:cs typeface="Arial"/>
              </a:defRPr>
            </a:lvl7pPr>
            <a:lvl8pPr>
              <a:buNone/>
              <a:defRPr sz="1950" b="0">
                <a:solidFill>
                  <a:srgbClr val="DBE8E9"/>
                </a:solidFill>
                <a:latin typeface="Arial"/>
                <a:ea typeface="Arial"/>
                <a:cs typeface="Arial"/>
              </a:defRPr>
            </a:lvl8pPr>
            <a:lvl9pPr>
              <a:buNone/>
              <a:defRPr sz="1950" b="0">
                <a:solidFill>
                  <a:srgbClr val="DBE8E9"/>
                </a:solidFill>
                <a:latin typeface="Arial"/>
                <a:ea typeface="Arial"/>
                <a:cs typeface="Arial"/>
              </a:defRPr>
            </a:lvl9pPr>
          </a:lstStyle>
          <a:p xmlns:a="http://schemas.openxmlformats.org/drawingml/2006/main">
            <a:pPr>
              <a:buNone/>
              <a:defRPr sz="1950" b="0">
                <a:solidFill>
                  <a:srgbClr val="DBE8E9"/>
                </a:solidFill>
                <a:latin typeface="Arial"/>
                <a:ea typeface="Arial"/>
                <a:cs typeface="Arial"/>
              </a:defRPr>
            </a:pPr>
            <a:r>
              <a:rPr sz="1950" b="0">
                <a:solidFill>
                  <a:srgbClr val="DBE8E9"/>
                </a:solidFill>
                <a:latin typeface="Arial"/>
                <a:ea typeface="Arial"/>
                <a:cs typeface="Arial"/>
              </a:rPr>
              <a:t>Automated unit, domain, storage and HTTP tests</a:t>
            </a:r>
          </a:p>
        </p:txBody>
      </p:sp>
      <p:sp>
        <p:nvSpPr>
          <p:cNvPr id="7" name="">
            <a:extLst xmlns:a="http://schemas.openxmlformats.org/drawingml/2006/main">
              <a:ext uri="{FF2B5EF4-FFF2-40B4-BE49-F238E27FC236}">
                <a16:creationId xmlns:a16="http://schemas.microsoft.com/office/drawing/2014/main" id="{71DD6AAF-813B-42A8-8EBE-AA5EA1327388}"/>
              </a:ext>
            </a:extLst>
          </p:cNvPr>
          <p:cNvSpPr>
            <a:spLocks xmlns:a="http://schemas.openxmlformats.org/drawingml/2006/main" noGrp="1"/>
          </p:cNvSpPr>
          <p:nvPr/>
        </p:nvSpPr>
        <p:spPr>
          <a:xfrm xmlns:a="http://schemas.openxmlformats.org/drawingml/2006/main">
            <a:off x="533400" y="26955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ACE66A"/>
                </a:solidFill>
                <a:latin typeface="Arial"/>
                <a:ea typeface="Arial"/>
                <a:cs typeface="Arial"/>
              </a:defRPr>
            </a:defPPr>
            <a:lvl1pPr>
              <a:buNone/>
              <a:defRPr sz="2850" b="1">
                <a:solidFill>
                  <a:srgbClr val="ACE66A"/>
                </a:solidFill>
                <a:latin typeface="Arial"/>
                <a:ea typeface="Arial"/>
                <a:cs typeface="Arial"/>
              </a:defRPr>
            </a:lvl1pPr>
            <a:lvl2pPr>
              <a:buNone/>
              <a:defRPr sz="2850" b="1">
                <a:solidFill>
                  <a:srgbClr val="ACE66A"/>
                </a:solidFill>
                <a:latin typeface="Arial"/>
                <a:ea typeface="Arial"/>
                <a:cs typeface="Arial"/>
              </a:defRPr>
            </a:lvl2pPr>
            <a:lvl3pPr>
              <a:buNone/>
              <a:defRPr sz="2850" b="1">
                <a:solidFill>
                  <a:srgbClr val="ACE66A"/>
                </a:solidFill>
                <a:latin typeface="Arial"/>
                <a:ea typeface="Arial"/>
                <a:cs typeface="Arial"/>
              </a:defRPr>
            </a:lvl3pPr>
            <a:lvl4pPr>
              <a:buNone/>
              <a:defRPr sz="2850" b="1">
                <a:solidFill>
                  <a:srgbClr val="ACE66A"/>
                </a:solidFill>
                <a:latin typeface="Arial"/>
                <a:ea typeface="Arial"/>
                <a:cs typeface="Arial"/>
              </a:defRPr>
            </a:lvl4pPr>
            <a:lvl5pPr>
              <a:buNone/>
              <a:defRPr sz="2850" b="1">
                <a:solidFill>
                  <a:srgbClr val="ACE66A"/>
                </a:solidFill>
                <a:latin typeface="Arial"/>
                <a:ea typeface="Arial"/>
                <a:cs typeface="Arial"/>
              </a:defRPr>
            </a:lvl5pPr>
            <a:lvl6pPr>
              <a:buNone/>
              <a:defRPr sz="2850" b="1">
                <a:solidFill>
                  <a:srgbClr val="ACE66A"/>
                </a:solidFill>
                <a:latin typeface="Arial"/>
                <a:ea typeface="Arial"/>
                <a:cs typeface="Arial"/>
              </a:defRPr>
            </a:lvl6pPr>
            <a:lvl7pPr>
              <a:buNone/>
              <a:defRPr sz="2850" b="1">
                <a:solidFill>
                  <a:srgbClr val="ACE66A"/>
                </a:solidFill>
                <a:latin typeface="Arial"/>
                <a:ea typeface="Arial"/>
                <a:cs typeface="Arial"/>
              </a:defRPr>
            </a:lvl7pPr>
            <a:lvl8pPr>
              <a:buNone/>
              <a:defRPr sz="2850" b="1">
                <a:solidFill>
                  <a:srgbClr val="ACE66A"/>
                </a:solidFill>
                <a:latin typeface="Arial"/>
                <a:ea typeface="Arial"/>
                <a:cs typeface="Arial"/>
              </a:defRPr>
            </a:lvl8pPr>
            <a:lvl9pPr>
              <a:buNone/>
              <a:defRPr sz="2850" b="1">
                <a:solidFill>
                  <a:srgbClr val="ACE66A"/>
                </a:solidFill>
                <a:latin typeface="Arial"/>
                <a:ea typeface="Arial"/>
                <a:cs typeface="Arial"/>
              </a:defRPr>
            </a:lvl9pPr>
          </a:lstStyle>
          <a:p xmlns:a="http://schemas.openxmlformats.org/drawingml/2006/main">
            <a:pPr>
              <a:buNone/>
              <a:defRPr sz="2850" b="1">
                <a:solidFill>
                  <a:srgbClr val="ACE66A"/>
                </a:solidFill>
                <a:latin typeface="Arial"/>
                <a:ea typeface="Arial"/>
                <a:cs typeface="Arial"/>
              </a:defRPr>
            </a:pPr>
            <a:r>
              <a:rPr sz="2850" b="1">
                <a:solidFill>
                  <a:srgbClr val="ACE66A"/>
                </a:solidFill>
                <a:latin typeface="Arial"/>
                <a:ea typeface="Arial"/>
                <a:cs typeface="Arial"/>
              </a:rPr>
              <a:t>8 / 8</a:t>
            </a:r>
          </a:p>
        </p:txBody>
      </p:sp>
      <p:sp>
        <p:nvSpPr>
          <p:cNvPr id="8" name="">
            <a:extLst xmlns:a="http://schemas.openxmlformats.org/drawingml/2006/main">
              <a:ext uri="{FF2B5EF4-FFF2-40B4-BE49-F238E27FC236}">
                <a16:creationId xmlns:a16="http://schemas.microsoft.com/office/drawing/2014/main" id="{296953CF-D349-427A-91D1-22DA0460DA7E}"/>
              </a:ext>
            </a:extLst>
          </p:cNvPr>
          <p:cNvSpPr>
            <a:spLocks xmlns:a="http://schemas.openxmlformats.org/drawingml/2006/main" noGrp="1"/>
          </p:cNvSpPr>
          <p:nvPr/>
        </p:nvSpPr>
        <p:spPr>
          <a:xfrm xmlns:a="http://schemas.openxmlformats.org/drawingml/2006/main">
            <a:off x="2857500" y="2790825"/>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DBE8E9"/>
                </a:solidFill>
                <a:latin typeface="Arial"/>
                <a:ea typeface="Arial"/>
                <a:cs typeface="Arial"/>
              </a:defRPr>
            </a:defPPr>
            <a:lvl1pPr>
              <a:buNone/>
              <a:defRPr sz="1950" b="0">
                <a:solidFill>
                  <a:srgbClr val="DBE8E9"/>
                </a:solidFill>
                <a:latin typeface="Arial"/>
                <a:ea typeface="Arial"/>
                <a:cs typeface="Arial"/>
              </a:defRPr>
            </a:lvl1pPr>
            <a:lvl2pPr>
              <a:buNone/>
              <a:defRPr sz="1950" b="0">
                <a:solidFill>
                  <a:srgbClr val="DBE8E9"/>
                </a:solidFill>
                <a:latin typeface="Arial"/>
                <a:ea typeface="Arial"/>
                <a:cs typeface="Arial"/>
              </a:defRPr>
            </a:lvl2pPr>
            <a:lvl3pPr>
              <a:buNone/>
              <a:defRPr sz="1950" b="0">
                <a:solidFill>
                  <a:srgbClr val="DBE8E9"/>
                </a:solidFill>
                <a:latin typeface="Arial"/>
                <a:ea typeface="Arial"/>
                <a:cs typeface="Arial"/>
              </a:defRPr>
            </a:lvl3pPr>
            <a:lvl4pPr>
              <a:buNone/>
              <a:defRPr sz="1950" b="0">
                <a:solidFill>
                  <a:srgbClr val="DBE8E9"/>
                </a:solidFill>
                <a:latin typeface="Arial"/>
                <a:ea typeface="Arial"/>
                <a:cs typeface="Arial"/>
              </a:defRPr>
            </a:lvl4pPr>
            <a:lvl5pPr>
              <a:buNone/>
              <a:defRPr sz="1950" b="0">
                <a:solidFill>
                  <a:srgbClr val="DBE8E9"/>
                </a:solidFill>
                <a:latin typeface="Arial"/>
                <a:ea typeface="Arial"/>
                <a:cs typeface="Arial"/>
              </a:defRPr>
            </a:lvl5pPr>
            <a:lvl6pPr>
              <a:buNone/>
              <a:defRPr sz="1950" b="0">
                <a:solidFill>
                  <a:srgbClr val="DBE8E9"/>
                </a:solidFill>
                <a:latin typeface="Arial"/>
                <a:ea typeface="Arial"/>
                <a:cs typeface="Arial"/>
              </a:defRPr>
            </a:lvl6pPr>
            <a:lvl7pPr>
              <a:buNone/>
              <a:defRPr sz="1950" b="0">
                <a:solidFill>
                  <a:srgbClr val="DBE8E9"/>
                </a:solidFill>
                <a:latin typeface="Arial"/>
                <a:ea typeface="Arial"/>
                <a:cs typeface="Arial"/>
              </a:defRPr>
            </a:lvl7pPr>
            <a:lvl8pPr>
              <a:buNone/>
              <a:defRPr sz="1950" b="0">
                <a:solidFill>
                  <a:srgbClr val="DBE8E9"/>
                </a:solidFill>
                <a:latin typeface="Arial"/>
                <a:ea typeface="Arial"/>
                <a:cs typeface="Arial"/>
              </a:defRPr>
            </a:lvl8pPr>
            <a:lvl9pPr>
              <a:buNone/>
              <a:defRPr sz="1950" b="0">
                <a:solidFill>
                  <a:srgbClr val="DBE8E9"/>
                </a:solidFill>
                <a:latin typeface="Arial"/>
                <a:ea typeface="Arial"/>
                <a:cs typeface="Arial"/>
              </a:defRPr>
            </a:lvl9pPr>
          </a:lstStyle>
          <a:p xmlns:a="http://schemas.openxmlformats.org/drawingml/2006/main">
            <a:pPr>
              <a:buNone/>
              <a:defRPr sz="1950" b="0">
                <a:solidFill>
                  <a:srgbClr val="DBE8E9"/>
                </a:solidFill>
                <a:latin typeface="Arial"/>
                <a:ea typeface="Arial"/>
                <a:cs typeface="Arial"/>
              </a:defRPr>
            </a:pPr>
            <a:r>
              <a:rPr sz="1950" b="0">
                <a:solidFill>
                  <a:srgbClr val="DBE8E9"/>
                </a:solidFill>
                <a:latin typeface="Arial"/>
                <a:ea typeface="Arial"/>
                <a:cs typeface="Arial"/>
              </a:rPr>
              <a:t>Signed reset/import integration checks</a:t>
            </a:r>
          </a:p>
        </p:txBody>
      </p:sp>
      <p:sp>
        <p:nvSpPr>
          <p:cNvPr id="9" name="">
            <a:extLst xmlns:a="http://schemas.openxmlformats.org/drawingml/2006/main">
              <a:ext uri="{FF2B5EF4-FFF2-40B4-BE49-F238E27FC236}">
                <a16:creationId xmlns:a16="http://schemas.microsoft.com/office/drawing/2014/main" id="{3744881A-C128-44B4-8B8C-849D12C77C4E}"/>
              </a:ext>
            </a:extLst>
          </p:cNvPr>
          <p:cNvSpPr>
            <a:spLocks xmlns:a="http://schemas.openxmlformats.org/drawingml/2006/main" noGrp="1"/>
          </p:cNvSpPr>
          <p:nvPr/>
        </p:nvSpPr>
        <p:spPr>
          <a:xfrm xmlns:a="http://schemas.openxmlformats.org/drawingml/2006/main">
            <a:off x="533400" y="34385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ACE66A"/>
                </a:solidFill>
                <a:latin typeface="Arial"/>
                <a:ea typeface="Arial"/>
                <a:cs typeface="Arial"/>
              </a:defRPr>
            </a:defPPr>
            <a:lvl1pPr>
              <a:buNone/>
              <a:defRPr sz="2850" b="1">
                <a:solidFill>
                  <a:srgbClr val="ACE66A"/>
                </a:solidFill>
                <a:latin typeface="Arial"/>
                <a:ea typeface="Arial"/>
                <a:cs typeface="Arial"/>
              </a:defRPr>
            </a:lvl1pPr>
            <a:lvl2pPr>
              <a:buNone/>
              <a:defRPr sz="2850" b="1">
                <a:solidFill>
                  <a:srgbClr val="ACE66A"/>
                </a:solidFill>
                <a:latin typeface="Arial"/>
                <a:ea typeface="Arial"/>
                <a:cs typeface="Arial"/>
              </a:defRPr>
            </a:lvl2pPr>
            <a:lvl3pPr>
              <a:buNone/>
              <a:defRPr sz="2850" b="1">
                <a:solidFill>
                  <a:srgbClr val="ACE66A"/>
                </a:solidFill>
                <a:latin typeface="Arial"/>
                <a:ea typeface="Arial"/>
                <a:cs typeface="Arial"/>
              </a:defRPr>
            </a:lvl3pPr>
            <a:lvl4pPr>
              <a:buNone/>
              <a:defRPr sz="2850" b="1">
                <a:solidFill>
                  <a:srgbClr val="ACE66A"/>
                </a:solidFill>
                <a:latin typeface="Arial"/>
                <a:ea typeface="Arial"/>
                <a:cs typeface="Arial"/>
              </a:defRPr>
            </a:lvl4pPr>
            <a:lvl5pPr>
              <a:buNone/>
              <a:defRPr sz="2850" b="1">
                <a:solidFill>
                  <a:srgbClr val="ACE66A"/>
                </a:solidFill>
                <a:latin typeface="Arial"/>
                <a:ea typeface="Arial"/>
                <a:cs typeface="Arial"/>
              </a:defRPr>
            </a:lvl5pPr>
            <a:lvl6pPr>
              <a:buNone/>
              <a:defRPr sz="2850" b="1">
                <a:solidFill>
                  <a:srgbClr val="ACE66A"/>
                </a:solidFill>
                <a:latin typeface="Arial"/>
                <a:ea typeface="Arial"/>
                <a:cs typeface="Arial"/>
              </a:defRPr>
            </a:lvl6pPr>
            <a:lvl7pPr>
              <a:buNone/>
              <a:defRPr sz="2850" b="1">
                <a:solidFill>
                  <a:srgbClr val="ACE66A"/>
                </a:solidFill>
                <a:latin typeface="Arial"/>
                <a:ea typeface="Arial"/>
                <a:cs typeface="Arial"/>
              </a:defRPr>
            </a:lvl7pPr>
            <a:lvl8pPr>
              <a:buNone/>
              <a:defRPr sz="2850" b="1">
                <a:solidFill>
                  <a:srgbClr val="ACE66A"/>
                </a:solidFill>
                <a:latin typeface="Arial"/>
                <a:ea typeface="Arial"/>
                <a:cs typeface="Arial"/>
              </a:defRPr>
            </a:lvl8pPr>
            <a:lvl9pPr>
              <a:buNone/>
              <a:defRPr sz="2850" b="1">
                <a:solidFill>
                  <a:srgbClr val="ACE66A"/>
                </a:solidFill>
                <a:latin typeface="Arial"/>
                <a:ea typeface="Arial"/>
                <a:cs typeface="Arial"/>
              </a:defRPr>
            </a:lvl9pPr>
          </a:lstStyle>
          <a:p xmlns:a="http://schemas.openxmlformats.org/drawingml/2006/main">
            <a:pPr>
              <a:buNone/>
              <a:defRPr sz="2850" b="1">
                <a:solidFill>
                  <a:srgbClr val="ACE66A"/>
                </a:solidFill>
                <a:latin typeface="Arial"/>
                <a:ea typeface="Arial"/>
                <a:cs typeface="Arial"/>
              </a:defRPr>
            </a:pPr>
            <a:r>
              <a:rPr sz="2850" b="1">
                <a:solidFill>
                  <a:srgbClr val="ACE66A"/>
                </a:solidFill>
                <a:latin typeface="Arial"/>
                <a:ea typeface="Arial"/>
                <a:cs typeface="Arial"/>
              </a:rPr>
              <a:t>100 / 100</a:t>
            </a:r>
          </a:p>
        </p:txBody>
      </p:sp>
      <p:sp>
        <p:nvSpPr>
          <p:cNvPr id="10" name="">
            <a:extLst xmlns:a="http://schemas.openxmlformats.org/drawingml/2006/main">
              <a:ext uri="{FF2B5EF4-FFF2-40B4-BE49-F238E27FC236}">
                <a16:creationId xmlns:a16="http://schemas.microsoft.com/office/drawing/2014/main" id="{FB0DCFB7-BB61-4BED-9624-FEEF14E1D780}"/>
              </a:ext>
            </a:extLst>
          </p:cNvPr>
          <p:cNvSpPr>
            <a:spLocks xmlns:a="http://schemas.openxmlformats.org/drawingml/2006/main" noGrp="1"/>
          </p:cNvSpPr>
          <p:nvPr/>
        </p:nvSpPr>
        <p:spPr>
          <a:xfrm xmlns:a="http://schemas.openxmlformats.org/drawingml/2006/main">
            <a:off x="2857500" y="3533775"/>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DBE8E9"/>
                </a:solidFill>
                <a:latin typeface="Arial"/>
                <a:ea typeface="Arial"/>
                <a:cs typeface="Arial"/>
              </a:defRPr>
            </a:defPPr>
            <a:lvl1pPr>
              <a:buNone/>
              <a:defRPr sz="1950" b="0">
                <a:solidFill>
                  <a:srgbClr val="DBE8E9"/>
                </a:solidFill>
                <a:latin typeface="Arial"/>
                <a:ea typeface="Arial"/>
                <a:cs typeface="Arial"/>
              </a:defRPr>
            </a:lvl1pPr>
            <a:lvl2pPr>
              <a:buNone/>
              <a:defRPr sz="1950" b="0">
                <a:solidFill>
                  <a:srgbClr val="DBE8E9"/>
                </a:solidFill>
                <a:latin typeface="Arial"/>
                <a:ea typeface="Arial"/>
                <a:cs typeface="Arial"/>
              </a:defRPr>
            </a:lvl2pPr>
            <a:lvl3pPr>
              <a:buNone/>
              <a:defRPr sz="1950" b="0">
                <a:solidFill>
                  <a:srgbClr val="DBE8E9"/>
                </a:solidFill>
                <a:latin typeface="Arial"/>
                <a:ea typeface="Arial"/>
                <a:cs typeface="Arial"/>
              </a:defRPr>
            </a:lvl3pPr>
            <a:lvl4pPr>
              <a:buNone/>
              <a:defRPr sz="1950" b="0">
                <a:solidFill>
                  <a:srgbClr val="DBE8E9"/>
                </a:solidFill>
                <a:latin typeface="Arial"/>
                <a:ea typeface="Arial"/>
                <a:cs typeface="Arial"/>
              </a:defRPr>
            </a:lvl4pPr>
            <a:lvl5pPr>
              <a:buNone/>
              <a:defRPr sz="1950" b="0">
                <a:solidFill>
                  <a:srgbClr val="DBE8E9"/>
                </a:solidFill>
                <a:latin typeface="Arial"/>
                <a:ea typeface="Arial"/>
                <a:cs typeface="Arial"/>
              </a:defRPr>
            </a:lvl5pPr>
            <a:lvl6pPr>
              <a:buNone/>
              <a:defRPr sz="1950" b="0">
                <a:solidFill>
                  <a:srgbClr val="DBE8E9"/>
                </a:solidFill>
                <a:latin typeface="Arial"/>
                <a:ea typeface="Arial"/>
                <a:cs typeface="Arial"/>
              </a:defRPr>
            </a:lvl6pPr>
            <a:lvl7pPr>
              <a:buNone/>
              <a:defRPr sz="1950" b="0">
                <a:solidFill>
                  <a:srgbClr val="DBE8E9"/>
                </a:solidFill>
                <a:latin typeface="Arial"/>
                <a:ea typeface="Arial"/>
                <a:cs typeface="Arial"/>
              </a:defRPr>
            </a:lvl7pPr>
            <a:lvl8pPr>
              <a:buNone/>
              <a:defRPr sz="1950" b="0">
                <a:solidFill>
                  <a:srgbClr val="DBE8E9"/>
                </a:solidFill>
                <a:latin typeface="Arial"/>
                <a:ea typeface="Arial"/>
                <a:cs typeface="Arial"/>
              </a:defRPr>
            </a:lvl8pPr>
            <a:lvl9pPr>
              <a:buNone/>
              <a:defRPr sz="1950" b="0">
                <a:solidFill>
                  <a:srgbClr val="DBE8E9"/>
                </a:solidFill>
                <a:latin typeface="Arial"/>
                <a:ea typeface="Arial"/>
                <a:cs typeface="Arial"/>
              </a:defRPr>
            </a:lvl9pPr>
          </a:lstStyle>
          <a:p xmlns:a="http://schemas.openxmlformats.org/drawingml/2006/main">
            <a:pPr>
              <a:buNone/>
              <a:defRPr sz="1950" b="0">
                <a:solidFill>
                  <a:srgbClr val="DBE8E9"/>
                </a:solidFill>
                <a:latin typeface="Arial"/>
                <a:ea typeface="Arial"/>
                <a:cs typeface="Arial"/>
              </a:defRPr>
            </a:pPr>
            <a:r>
              <a:rPr sz="1950" b="0">
                <a:solidFill>
                  <a:srgbClr val="DBE8E9"/>
                </a:solidFill>
                <a:latin typeface="Arial"/>
                <a:ea typeface="Arial"/>
                <a:cs typeface="Arial"/>
              </a:rPr>
              <a:t>Development scenarios after fixes; initial run 90/100</a:t>
            </a:r>
          </a:p>
        </p:txBody>
      </p:sp>
      <p:sp>
        <p:nvSpPr>
          <p:cNvPr id="11" name="">
            <a:extLst xmlns:a="http://schemas.openxmlformats.org/drawingml/2006/main">
              <a:ext uri="{FF2B5EF4-FFF2-40B4-BE49-F238E27FC236}">
                <a16:creationId xmlns:a16="http://schemas.microsoft.com/office/drawing/2014/main" id="{8C80E2B0-DCDF-4177-86C1-1F8767810D9D}"/>
              </a:ext>
            </a:extLst>
          </p:cNvPr>
          <p:cNvSpPr>
            <a:spLocks xmlns:a="http://schemas.openxmlformats.org/drawingml/2006/main" noGrp="1"/>
          </p:cNvSpPr>
          <p:nvPr/>
        </p:nvSpPr>
        <p:spPr>
          <a:xfrm xmlns:a="http://schemas.openxmlformats.org/drawingml/2006/main">
            <a:off x="533400" y="41814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ACE66A"/>
                </a:solidFill>
                <a:latin typeface="Arial"/>
                <a:ea typeface="Arial"/>
                <a:cs typeface="Arial"/>
              </a:defRPr>
            </a:defPPr>
            <a:lvl1pPr>
              <a:buNone/>
              <a:defRPr sz="2850" b="1">
                <a:solidFill>
                  <a:srgbClr val="ACE66A"/>
                </a:solidFill>
                <a:latin typeface="Arial"/>
                <a:ea typeface="Arial"/>
                <a:cs typeface="Arial"/>
              </a:defRPr>
            </a:lvl1pPr>
            <a:lvl2pPr>
              <a:buNone/>
              <a:defRPr sz="2850" b="1">
                <a:solidFill>
                  <a:srgbClr val="ACE66A"/>
                </a:solidFill>
                <a:latin typeface="Arial"/>
                <a:ea typeface="Arial"/>
                <a:cs typeface="Arial"/>
              </a:defRPr>
            </a:lvl2pPr>
            <a:lvl3pPr>
              <a:buNone/>
              <a:defRPr sz="2850" b="1">
                <a:solidFill>
                  <a:srgbClr val="ACE66A"/>
                </a:solidFill>
                <a:latin typeface="Arial"/>
                <a:ea typeface="Arial"/>
                <a:cs typeface="Arial"/>
              </a:defRPr>
            </a:lvl3pPr>
            <a:lvl4pPr>
              <a:buNone/>
              <a:defRPr sz="2850" b="1">
                <a:solidFill>
                  <a:srgbClr val="ACE66A"/>
                </a:solidFill>
                <a:latin typeface="Arial"/>
                <a:ea typeface="Arial"/>
                <a:cs typeface="Arial"/>
              </a:defRPr>
            </a:lvl4pPr>
            <a:lvl5pPr>
              <a:buNone/>
              <a:defRPr sz="2850" b="1">
                <a:solidFill>
                  <a:srgbClr val="ACE66A"/>
                </a:solidFill>
                <a:latin typeface="Arial"/>
                <a:ea typeface="Arial"/>
                <a:cs typeface="Arial"/>
              </a:defRPr>
            </a:lvl5pPr>
            <a:lvl6pPr>
              <a:buNone/>
              <a:defRPr sz="2850" b="1">
                <a:solidFill>
                  <a:srgbClr val="ACE66A"/>
                </a:solidFill>
                <a:latin typeface="Arial"/>
                <a:ea typeface="Arial"/>
                <a:cs typeface="Arial"/>
              </a:defRPr>
            </a:lvl6pPr>
            <a:lvl7pPr>
              <a:buNone/>
              <a:defRPr sz="2850" b="1">
                <a:solidFill>
                  <a:srgbClr val="ACE66A"/>
                </a:solidFill>
                <a:latin typeface="Arial"/>
                <a:ea typeface="Arial"/>
                <a:cs typeface="Arial"/>
              </a:defRPr>
            </a:lvl7pPr>
            <a:lvl8pPr>
              <a:buNone/>
              <a:defRPr sz="2850" b="1">
                <a:solidFill>
                  <a:srgbClr val="ACE66A"/>
                </a:solidFill>
                <a:latin typeface="Arial"/>
                <a:ea typeface="Arial"/>
                <a:cs typeface="Arial"/>
              </a:defRPr>
            </a:lvl8pPr>
            <a:lvl9pPr>
              <a:buNone/>
              <a:defRPr sz="2850" b="1">
                <a:solidFill>
                  <a:srgbClr val="ACE66A"/>
                </a:solidFill>
                <a:latin typeface="Arial"/>
                <a:ea typeface="Arial"/>
                <a:cs typeface="Arial"/>
              </a:defRPr>
            </a:lvl9pPr>
          </a:lstStyle>
          <a:p xmlns:a="http://schemas.openxmlformats.org/drawingml/2006/main">
            <a:pPr>
              <a:buNone/>
              <a:defRPr sz="2850" b="1">
                <a:solidFill>
                  <a:srgbClr val="ACE66A"/>
                </a:solidFill>
                <a:latin typeface="Arial"/>
                <a:ea typeface="Arial"/>
                <a:cs typeface="Arial"/>
              </a:defRPr>
            </a:pPr>
            <a:r>
              <a:rPr sz="2850" b="1">
                <a:solidFill>
                  <a:srgbClr val="ACE66A"/>
                </a:solidFill>
                <a:latin typeface="Arial"/>
                <a:ea typeface="Arial"/>
                <a:cs typeface="Arial"/>
              </a:rPr>
              <a:t>96.30%</a:t>
            </a:r>
          </a:p>
        </p:txBody>
      </p:sp>
      <p:sp>
        <p:nvSpPr>
          <p:cNvPr id="12" name="">
            <a:extLst xmlns:a="http://schemas.openxmlformats.org/drawingml/2006/main">
              <a:ext uri="{FF2B5EF4-FFF2-40B4-BE49-F238E27FC236}">
                <a16:creationId xmlns:a16="http://schemas.microsoft.com/office/drawing/2014/main" id="{D1333E3E-C0AC-458F-96B5-9F88EFBFA488}"/>
              </a:ext>
            </a:extLst>
          </p:cNvPr>
          <p:cNvSpPr>
            <a:spLocks xmlns:a="http://schemas.openxmlformats.org/drawingml/2006/main" noGrp="1"/>
          </p:cNvSpPr>
          <p:nvPr/>
        </p:nvSpPr>
        <p:spPr>
          <a:xfrm xmlns:a="http://schemas.openxmlformats.org/drawingml/2006/main">
            <a:off x="2857500" y="4276725"/>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DBE8E9"/>
                </a:solidFill>
                <a:latin typeface="Arial"/>
                <a:ea typeface="Arial"/>
                <a:cs typeface="Arial"/>
              </a:defRPr>
            </a:defPPr>
            <a:lvl1pPr>
              <a:buNone/>
              <a:defRPr sz="1950" b="0">
                <a:solidFill>
                  <a:srgbClr val="DBE8E9"/>
                </a:solidFill>
                <a:latin typeface="Arial"/>
                <a:ea typeface="Arial"/>
                <a:cs typeface="Arial"/>
              </a:defRPr>
            </a:lvl1pPr>
            <a:lvl2pPr>
              <a:buNone/>
              <a:defRPr sz="1950" b="0">
                <a:solidFill>
                  <a:srgbClr val="DBE8E9"/>
                </a:solidFill>
                <a:latin typeface="Arial"/>
                <a:ea typeface="Arial"/>
                <a:cs typeface="Arial"/>
              </a:defRPr>
            </a:lvl2pPr>
            <a:lvl3pPr>
              <a:buNone/>
              <a:defRPr sz="1950" b="0">
                <a:solidFill>
                  <a:srgbClr val="DBE8E9"/>
                </a:solidFill>
                <a:latin typeface="Arial"/>
                <a:ea typeface="Arial"/>
                <a:cs typeface="Arial"/>
              </a:defRPr>
            </a:lvl3pPr>
            <a:lvl4pPr>
              <a:buNone/>
              <a:defRPr sz="1950" b="0">
                <a:solidFill>
                  <a:srgbClr val="DBE8E9"/>
                </a:solidFill>
                <a:latin typeface="Arial"/>
                <a:ea typeface="Arial"/>
                <a:cs typeface="Arial"/>
              </a:defRPr>
            </a:lvl4pPr>
            <a:lvl5pPr>
              <a:buNone/>
              <a:defRPr sz="1950" b="0">
                <a:solidFill>
                  <a:srgbClr val="DBE8E9"/>
                </a:solidFill>
                <a:latin typeface="Arial"/>
                <a:ea typeface="Arial"/>
                <a:cs typeface="Arial"/>
              </a:defRPr>
            </a:lvl5pPr>
            <a:lvl6pPr>
              <a:buNone/>
              <a:defRPr sz="1950" b="0">
                <a:solidFill>
                  <a:srgbClr val="DBE8E9"/>
                </a:solidFill>
                <a:latin typeface="Arial"/>
                <a:ea typeface="Arial"/>
                <a:cs typeface="Arial"/>
              </a:defRPr>
            </a:lvl6pPr>
            <a:lvl7pPr>
              <a:buNone/>
              <a:defRPr sz="1950" b="0">
                <a:solidFill>
                  <a:srgbClr val="DBE8E9"/>
                </a:solidFill>
                <a:latin typeface="Arial"/>
                <a:ea typeface="Arial"/>
                <a:cs typeface="Arial"/>
              </a:defRPr>
            </a:lvl7pPr>
            <a:lvl8pPr>
              <a:buNone/>
              <a:defRPr sz="1950" b="0">
                <a:solidFill>
                  <a:srgbClr val="DBE8E9"/>
                </a:solidFill>
                <a:latin typeface="Arial"/>
                <a:ea typeface="Arial"/>
                <a:cs typeface="Arial"/>
              </a:defRPr>
            </a:lvl8pPr>
            <a:lvl9pPr>
              <a:buNone/>
              <a:defRPr sz="1950" b="0">
                <a:solidFill>
                  <a:srgbClr val="DBE8E9"/>
                </a:solidFill>
                <a:latin typeface="Arial"/>
                <a:ea typeface="Arial"/>
                <a:cs typeface="Arial"/>
              </a:defRPr>
            </a:lvl9pPr>
          </a:lstStyle>
          <a:p xmlns:a="http://schemas.openxmlformats.org/drawingml/2006/main">
            <a:pPr>
              <a:buNone/>
              <a:defRPr sz="1950" b="0">
                <a:solidFill>
                  <a:srgbClr val="DBE8E9"/>
                </a:solidFill>
                <a:latin typeface="Arial"/>
                <a:ea typeface="Arial"/>
                <a:cs typeface="Arial"/>
              </a:defRPr>
            </a:pPr>
            <a:r>
              <a:rPr sz="1950" b="0">
                <a:solidFill>
                  <a:srgbClr val="DBE8E9"/>
                </a:solidFill>
                <a:latin typeface="Arial"/>
                <a:ea typeface="Arial"/>
                <a:cs typeface="Arial"/>
              </a:rPr>
              <a:t>Aggregate Wilson lower bound; benchmark requires 95%</a:t>
            </a:r>
          </a:p>
        </p:txBody>
      </p:sp>
      <p:sp>
        <p:nvSpPr>
          <p:cNvPr id="13" name="">
            <a:extLst xmlns:a="http://schemas.openxmlformats.org/drawingml/2006/main">
              <a:ext uri="{FF2B5EF4-FFF2-40B4-BE49-F238E27FC236}">
                <a16:creationId xmlns:a16="http://schemas.microsoft.com/office/drawing/2014/main" id="{EF64D0DA-8031-4670-980A-322E40BC699F}"/>
              </a:ext>
            </a:extLst>
          </p:cNvPr>
          <p:cNvSpPr>
            <a:spLocks xmlns:a="http://schemas.openxmlformats.org/drawingml/2006/main" noGrp="1"/>
          </p:cNvSpPr>
          <p:nvPr/>
        </p:nvSpPr>
        <p:spPr>
          <a:xfrm xmlns:a="http://schemas.openxmlformats.org/drawingml/2006/main">
            <a:off x="533400" y="49244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ACE66A"/>
                </a:solidFill>
                <a:latin typeface="Arial"/>
                <a:ea typeface="Arial"/>
                <a:cs typeface="Arial"/>
              </a:defRPr>
            </a:defPPr>
            <a:lvl1pPr>
              <a:buNone/>
              <a:defRPr sz="2850" b="1">
                <a:solidFill>
                  <a:srgbClr val="ACE66A"/>
                </a:solidFill>
                <a:latin typeface="Arial"/>
                <a:ea typeface="Arial"/>
                <a:cs typeface="Arial"/>
              </a:defRPr>
            </a:lvl1pPr>
            <a:lvl2pPr>
              <a:buNone/>
              <a:defRPr sz="2850" b="1">
                <a:solidFill>
                  <a:srgbClr val="ACE66A"/>
                </a:solidFill>
                <a:latin typeface="Arial"/>
                <a:ea typeface="Arial"/>
                <a:cs typeface="Arial"/>
              </a:defRPr>
            </a:lvl2pPr>
            <a:lvl3pPr>
              <a:buNone/>
              <a:defRPr sz="2850" b="1">
                <a:solidFill>
                  <a:srgbClr val="ACE66A"/>
                </a:solidFill>
                <a:latin typeface="Arial"/>
                <a:ea typeface="Arial"/>
                <a:cs typeface="Arial"/>
              </a:defRPr>
            </a:lvl3pPr>
            <a:lvl4pPr>
              <a:buNone/>
              <a:defRPr sz="2850" b="1">
                <a:solidFill>
                  <a:srgbClr val="ACE66A"/>
                </a:solidFill>
                <a:latin typeface="Arial"/>
                <a:ea typeface="Arial"/>
                <a:cs typeface="Arial"/>
              </a:defRPr>
            </a:lvl4pPr>
            <a:lvl5pPr>
              <a:buNone/>
              <a:defRPr sz="2850" b="1">
                <a:solidFill>
                  <a:srgbClr val="ACE66A"/>
                </a:solidFill>
                <a:latin typeface="Arial"/>
                <a:ea typeface="Arial"/>
                <a:cs typeface="Arial"/>
              </a:defRPr>
            </a:lvl5pPr>
            <a:lvl6pPr>
              <a:buNone/>
              <a:defRPr sz="2850" b="1">
                <a:solidFill>
                  <a:srgbClr val="ACE66A"/>
                </a:solidFill>
                <a:latin typeface="Arial"/>
                <a:ea typeface="Arial"/>
                <a:cs typeface="Arial"/>
              </a:defRPr>
            </a:lvl6pPr>
            <a:lvl7pPr>
              <a:buNone/>
              <a:defRPr sz="2850" b="1">
                <a:solidFill>
                  <a:srgbClr val="ACE66A"/>
                </a:solidFill>
                <a:latin typeface="Arial"/>
                <a:ea typeface="Arial"/>
                <a:cs typeface="Arial"/>
              </a:defRPr>
            </a:lvl7pPr>
            <a:lvl8pPr>
              <a:buNone/>
              <a:defRPr sz="2850" b="1">
                <a:solidFill>
                  <a:srgbClr val="ACE66A"/>
                </a:solidFill>
                <a:latin typeface="Arial"/>
                <a:ea typeface="Arial"/>
                <a:cs typeface="Arial"/>
              </a:defRPr>
            </a:lvl8pPr>
            <a:lvl9pPr>
              <a:buNone/>
              <a:defRPr sz="2850" b="1">
                <a:solidFill>
                  <a:srgbClr val="ACE66A"/>
                </a:solidFill>
                <a:latin typeface="Arial"/>
                <a:ea typeface="Arial"/>
                <a:cs typeface="Arial"/>
              </a:defRPr>
            </a:lvl9pPr>
          </a:lstStyle>
          <a:p xmlns:a="http://schemas.openxmlformats.org/drawingml/2006/main">
            <a:pPr>
              <a:buNone/>
              <a:defRPr sz="2850" b="1">
                <a:solidFill>
                  <a:srgbClr val="ACE66A"/>
                </a:solidFill>
                <a:latin typeface="Arial"/>
                <a:ea typeface="Arial"/>
                <a:cs typeface="Arial"/>
              </a:defRPr>
            </a:pPr>
            <a:r>
              <a:rPr sz="2850" b="1">
                <a:solidFill>
                  <a:srgbClr val="ACE66A"/>
                </a:solidFill>
                <a:latin typeface="Arial"/>
                <a:ea typeface="Arial"/>
                <a:cs typeface="Arial"/>
              </a:rPr>
              <a:t>80 + 20</a:t>
            </a:r>
          </a:p>
        </p:txBody>
      </p:sp>
      <p:sp>
        <p:nvSpPr>
          <p:cNvPr id="14" name="">
            <a:extLst xmlns:a="http://schemas.openxmlformats.org/drawingml/2006/main">
              <a:ext uri="{FF2B5EF4-FFF2-40B4-BE49-F238E27FC236}">
                <a16:creationId xmlns:a16="http://schemas.microsoft.com/office/drawing/2014/main" id="{41B8C8A7-F01F-474D-99A6-F7A024327795}"/>
              </a:ext>
            </a:extLst>
          </p:cNvPr>
          <p:cNvSpPr>
            <a:spLocks xmlns:a="http://schemas.openxmlformats.org/drawingml/2006/main" noGrp="1"/>
          </p:cNvSpPr>
          <p:nvPr/>
        </p:nvSpPr>
        <p:spPr>
          <a:xfrm xmlns:a="http://schemas.openxmlformats.org/drawingml/2006/main">
            <a:off x="2857500" y="5019675"/>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DBE8E9"/>
                </a:solidFill>
                <a:latin typeface="Arial"/>
                <a:ea typeface="Arial"/>
                <a:cs typeface="Arial"/>
              </a:defRPr>
            </a:defPPr>
            <a:lvl1pPr>
              <a:buNone/>
              <a:defRPr sz="1950" b="0">
                <a:solidFill>
                  <a:srgbClr val="DBE8E9"/>
                </a:solidFill>
                <a:latin typeface="Arial"/>
                <a:ea typeface="Arial"/>
                <a:cs typeface="Arial"/>
              </a:defRPr>
            </a:lvl1pPr>
            <a:lvl2pPr>
              <a:buNone/>
              <a:defRPr sz="1950" b="0">
                <a:solidFill>
                  <a:srgbClr val="DBE8E9"/>
                </a:solidFill>
                <a:latin typeface="Arial"/>
                <a:ea typeface="Arial"/>
                <a:cs typeface="Arial"/>
              </a:defRPr>
            </a:lvl2pPr>
            <a:lvl3pPr>
              <a:buNone/>
              <a:defRPr sz="1950" b="0">
                <a:solidFill>
                  <a:srgbClr val="DBE8E9"/>
                </a:solidFill>
                <a:latin typeface="Arial"/>
                <a:ea typeface="Arial"/>
                <a:cs typeface="Arial"/>
              </a:defRPr>
            </a:lvl3pPr>
            <a:lvl4pPr>
              <a:buNone/>
              <a:defRPr sz="1950" b="0">
                <a:solidFill>
                  <a:srgbClr val="DBE8E9"/>
                </a:solidFill>
                <a:latin typeface="Arial"/>
                <a:ea typeface="Arial"/>
                <a:cs typeface="Arial"/>
              </a:defRPr>
            </a:lvl4pPr>
            <a:lvl5pPr>
              <a:buNone/>
              <a:defRPr sz="1950" b="0">
                <a:solidFill>
                  <a:srgbClr val="DBE8E9"/>
                </a:solidFill>
                <a:latin typeface="Arial"/>
                <a:ea typeface="Arial"/>
                <a:cs typeface="Arial"/>
              </a:defRPr>
            </a:lvl5pPr>
            <a:lvl6pPr>
              <a:buNone/>
              <a:defRPr sz="1950" b="0">
                <a:solidFill>
                  <a:srgbClr val="DBE8E9"/>
                </a:solidFill>
                <a:latin typeface="Arial"/>
                <a:ea typeface="Arial"/>
                <a:cs typeface="Arial"/>
              </a:defRPr>
            </a:lvl6pPr>
            <a:lvl7pPr>
              <a:buNone/>
              <a:defRPr sz="1950" b="0">
                <a:solidFill>
                  <a:srgbClr val="DBE8E9"/>
                </a:solidFill>
                <a:latin typeface="Arial"/>
                <a:ea typeface="Arial"/>
                <a:cs typeface="Arial"/>
              </a:defRPr>
            </a:lvl7pPr>
            <a:lvl8pPr>
              <a:buNone/>
              <a:defRPr sz="1950" b="0">
                <a:solidFill>
                  <a:srgbClr val="DBE8E9"/>
                </a:solidFill>
                <a:latin typeface="Arial"/>
                <a:ea typeface="Arial"/>
                <a:cs typeface="Arial"/>
              </a:defRPr>
            </a:lvl8pPr>
            <a:lvl9pPr>
              <a:buNone/>
              <a:defRPr sz="1950" b="0">
                <a:solidFill>
                  <a:srgbClr val="DBE8E9"/>
                </a:solidFill>
                <a:latin typeface="Arial"/>
                <a:ea typeface="Arial"/>
                <a:cs typeface="Arial"/>
              </a:defRPr>
            </a:lvl9pPr>
          </a:lstStyle>
          <a:p xmlns:a="http://schemas.openxmlformats.org/drawingml/2006/main">
            <a:pPr>
              <a:buNone/>
              <a:defRPr sz="1950" b="0">
                <a:solidFill>
                  <a:srgbClr val="DBE8E9"/>
                </a:solidFill>
                <a:latin typeface="Arial"/>
                <a:ea typeface="Arial"/>
                <a:cs typeface="Arial"/>
              </a:defRPr>
            </a:pPr>
            <a:r>
              <a:rPr sz="1950" b="0">
                <a:solidFill>
                  <a:srgbClr val="DBE8E9"/>
                </a:solidFill>
                <a:latin typeface="Arial"/>
                <a:ea typeface="Arial"/>
                <a:cs typeface="Arial"/>
              </a:rPr>
              <a:t>Model-invoked cases + pre-inference checks</a:t>
            </a:r>
          </a:p>
        </p:txBody>
      </p:sp>
      <p:sp>
        <p:nvSpPr>
          <p:cNvPr id="15" name="">
            <a:extLst xmlns:a="http://schemas.openxmlformats.org/drawingml/2006/main">
              <a:ext uri="{FF2B5EF4-FFF2-40B4-BE49-F238E27FC236}">
                <a16:creationId xmlns:a16="http://schemas.microsoft.com/office/drawing/2014/main" id="{294B7A56-5BB5-4AF8-B502-D2D3C582408A}"/>
              </a:ext>
            </a:extLst>
          </p:cNvPr>
          <p:cNvSpPr>
            <a:spLocks xmlns:a="http://schemas.openxmlformats.org/drawingml/2006/main" noGrp="1"/>
          </p:cNvSpPr>
          <p:nvPr/>
        </p:nvSpPr>
        <p:spPr>
          <a:xfrm xmlns:a="http://schemas.openxmlformats.org/drawingml/2006/main">
            <a:off x="533400" y="586740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DBE8E9"/>
                </a:solidFill>
                <a:latin typeface="Arial"/>
                <a:ea typeface="Arial"/>
                <a:cs typeface="Arial"/>
              </a:defRPr>
            </a:defPPr>
            <a:lvl1pPr>
              <a:buNone/>
              <a:defRPr sz="1500" b="0">
                <a:solidFill>
                  <a:srgbClr val="DBE8E9"/>
                </a:solidFill>
                <a:latin typeface="Arial"/>
                <a:ea typeface="Arial"/>
                <a:cs typeface="Arial"/>
              </a:defRPr>
            </a:lvl1pPr>
            <a:lvl2pPr>
              <a:buNone/>
              <a:defRPr sz="1500" b="0">
                <a:solidFill>
                  <a:srgbClr val="DBE8E9"/>
                </a:solidFill>
                <a:latin typeface="Arial"/>
                <a:ea typeface="Arial"/>
                <a:cs typeface="Arial"/>
              </a:defRPr>
            </a:lvl2pPr>
            <a:lvl3pPr>
              <a:buNone/>
              <a:defRPr sz="1500" b="0">
                <a:solidFill>
                  <a:srgbClr val="DBE8E9"/>
                </a:solidFill>
                <a:latin typeface="Arial"/>
                <a:ea typeface="Arial"/>
                <a:cs typeface="Arial"/>
              </a:defRPr>
            </a:lvl3pPr>
            <a:lvl4pPr>
              <a:buNone/>
              <a:defRPr sz="1500" b="0">
                <a:solidFill>
                  <a:srgbClr val="DBE8E9"/>
                </a:solidFill>
                <a:latin typeface="Arial"/>
                <a:ea typeface="Arial"/>
                <a:cs typeface="Arial"/>
              </a:defRPr>
            </a:lvl4pPr>
            <a:lvl5pPr>
              <a:buNone/>
              <a:defRPr sz="1500" b="0">
                <a:solidFill>
                  <a:srgbClr val="DBE8E9"/>
                </a:solidFill>
                <a:latin typeface="Arial"/>
                <a:ea typeface="Arial"/>
                <a:cs typeface="Arial"/>
              </a:defRPr>
            </a:lvl5pPr>
            <a:lvl6pPr>
              <a:buNone/>
              <a:defRPr sz="1500" b="0">
                <a:solidFill>
                  <a:srgbClr val="DBE8E9"/>
                </a:solidFill>
                <a:latin typeface="Arial"/>
                <a:ea typeface="Arial"/>
                <a:cs typeface="Arial"/>
              </a:defRPr>
            </a:lvl6pPr>
            <a:lvl7pPr>
              <a:buNone/>
              <a:defRPr sz="1500" b="0">
                <a:solidFill>
                  <a:srgbClr val="DBE8E9"/>
                </a:solidFill>
                <a:latin typeface="Arial"/>
                <a:ea typeface="Arial"/>
                <a:cs typeface="Arial"/>
              </a:defRPr>
            </a:lvl7pPr>
            <a:lvl8pPr>
              <a:buNone/>
              <a:defRPr sz="1500" b="0">
                <a:solidFill>
                  <a:srgbClr val="DBE8E9"/>
                </a:solidFill>
                <a:latin typeface="Arial"/>
                <a:ea typeface="Arial"/>
                <a:cs typeface="Arial"/>
              </a:defRPr>
            </a:lvl8pPr>
            <a:lvl9pPr>
              <a:buNone/>
              <a:defRPr sz="1500" b="0">
                <a:solidFill>
                  <a:srgbClr val="DBE8E9"/>
                </a:solidFill>
                <a:latin typeface="Arial"/>
                <a:ea typeface="Arial"/>
                <a:cs typeface="Arial"/>
              </a:defRPr>
            </a:lvl9pPr>
          </a:lstStyle>
          <a:p xmlns:a="http://schemas.openxmlformats.org/drawingml/2006/main">
            <a:pPr>
              <a:buNone/>
              <a:defRPr sz="1500" b="0">
                <a:solidFill>
                  <a:srgbClr val="DBE8E9"/>
                </a:solidFill>
                <a:latin typeface="Arial"/>
                <a:ea typeface="Arial"/>
                <a:cs typeface="Arial"/>
              </a:defRPr>
            </a:pPr>
            <a:r>
              <a:rPr sz="1500" b="0">
                <a:solidFill>
                  <a:srgbClr val="DBE8E9"/>
                </a:solidFill>
                <a:latin typeface="Arial"/>
                <a:ea typeface="Arial"/>
                <a:cs typeface="Arial"/>
              </a:rPr>
              <a:t>Related development cases, not independent production-reliability evidence.</a:t>
            </a:r>
          </a:p>
        </p:txBody>
      </p:sp>
    </p:spTree>
    <p:extLst>
      <p:ext uri="{BB962C8B-B14F-4D97-AF65-F5344CB8AC3E}">
        <p14:creationId xmlns:p14="http://schemas.microsoft.com/office/powerpoint/2010/main" val="42015634"/>
      </p:ext>
    </p:extLst>
  </p:cSld>
</p:sld>
</file>

<file path=ppt/slides/slide8.xml><?xml version="1.0" encoding="utf-8"?>
<p:sld xmlns:p="http://schemas.openxmlformats.org/presentationml/2006/main">
  <p:cSld>
    <p:bg>
      <p:bgPr>
        <a:solidFill xmlns:a="http://schemas.openxmlformats.org/drawingml/2006/main">
          <a:srgbClr val="10263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A9A49F-06EC-4CBB-92C1-4E936C32D6BE}"/>
              </a:ext>
            </a:extLst>
          </p:cNvPr>
          <p:cNvSpPr>
            <a:spLocks xmlns:a="http://schemas.openxmlformats.org/drawingml/2006/main" noGrp="1"/>
          </p:cNvSpPr>
          <p:nvPr/>
        </p:nvSpPr>
        <p:spPr>
          <a:xfrm xmlns:a="http://schemas.openxmlformats.org/drawingml/2006/main">
            <a:off x="533400" y="314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ACE66A"/>
                </a:solidFill>
                <a:latin typeface="Arial"/>
                <a:ea typeface="Arial"/>
                <a:cs typeface="Arial"/>
              </a:defRPr>
            </a:defPPr>
            <a:lvl1pPr>
              <a:buNone/>
              <a:defRPr sz="1050" b="1">
                <a:solidFill>
                  <a:srgbClr val="ACE66A"/>
                </a:solidFill>
                <a:latin typeface="Arial"/>
                <a:ea typeface="Arial"/>
                <a:cs typeface="Arial"/>
              </a:defRPr>
            </a:lvl1pPr>
            <a:lvl2pPr>
              <a:buNone/>
              <a:defRPr sz="1050" b="1">
                <a:solidFill>
                  <a:srgbClr val="ACE66A"/>
                </a:solidFill>
                <a:latin typeface="Arial"/>
                <a:ea typeface="Arial"/>
                <a:cs typeface="Arial"/>
              </a:defRPr>
            </a:lvl2pPr>
            <a:lvl3pPr>
              <a:buNone/>
              <a:defRPr sz="1050" b="1">
                <a:solidFill>
                  <a:srgbClr val="ACE66A"/>
                </a:solidFill>
                <a:latin typeface="Arial"/>
                <a:ea typeface="Arial"/>
                <a:cs typeface="Arial"/>
              </a:defRPr>
            </a:lvl3pPr>
            <a:lvl4pPr>
              <a:buNone/>
              <a:defRPr sz="1050" b="1">
                <a:solidFill>
                  <a:srgbClr val="ACE66A"/>
                </a:solidFill>
                <a:latin typeface="Arial"/>
                <a:ea typeface="Arial"/>
                <a:cs typeface="Arial"/>
              </a:defRPr>
            </a:lvl4pPr>
            <a:lvl5pPr>
              <a:buNone/>
              <a:defRPr sz="1050" b="1">
                <a:solidFill>
                  <a:srgbClr val="ACE66A"/>
                </a:solidFill>
                <a:latin typeface="Arial"/>
                <a:ea typeface="Arial"/>
                <a:cs typeface="Arial"/>
              </a:defRPr>
            </a:lvl5pPr>
            <a:lvl6pPr>
              <a:buNone/>
              <a:defRPr sz="1050" b="1">
                <a:solidFill>
                  <a:srgbClr val="ACE66A"/>
                </a:solidFill>
                <a:latin typeface="Arial"/>
                <a:ea typeface="Arial"/>
                <a:cs typeface="Arial"/>
              </a:defRPr>
            </a:lvl6pPr>
            <a:lvl7pPr>
              <a:buNone/>
              <a:defRPr sz="1050" b="1">
                <a:solidFill>
                  <a:srgbClr val="ACE66A"/>
                </a:solidFill>
                <a:latin typeface="Arial"/>
                <a:ea typeface="Arial"/>
                <a:cs typeface="Arial"/>
              </a:defRPr>
            </a:lvl7pPr>
            <a:lvl8pPr>
              <a:buNone/>
              <a:defRPr sz="1050" b="1">
                <a:solidFill>
                  <a:srgbClr val="ACE66A"/>
                </a:solidFill>
                <a:latin typeface="Arial"/>
                <a:ea typeface="Arial"/>
                <a:cs typeface="Arial"/>
              </a:defRPr>
            </a:lvl8pPr>
            <a:lvl9pPr>
              <a:buNone/>
              <a:defRPr sz="1050" b="1">
                <a:solidFill>
                  <a:srgbClr val="ACE66A"/>
                </a:solidFill>
                <a:latin typeface="Arial"/>
                <a:ea typeface="Arial"/>
                <a:cs typeface="Arial"/>
              </a:defRPr>
            </a:lvl9pPr>
          </a:lstStyle>
          <a:p xmlns:a="http://schemas.openxmlformats.org/drawingml/2006/main">
            <a:pPr>
              <a:buNone/>
              <a:defRPr sz="1050" b="1">
                <a:solidFill>
                  <a:srgbClr val="ACE66A"/>
                </a:solidFill>
                <a:latin typeface="Arial"/>
                <a:ea typeface="Arial"/>
                <a:cs typeface="Arial"/>
              </a:defRPr>
            </a:pPr>
            <a:r>
              <a:rPr sz="1050" b="1">
                <a:solidFill>
                  <a:srgbClr val="ACE66A"/>
                </a:solidFill>
                <a:latin typeface="Arial"/>
                <a:ea typeface="Arial"/>
                <a:cs typeface="Arial"/>
              </a:rPr>
              <a:t>NIROB / TOPIC A · VERSION 3.3</a:t>
            </a:r>
          </a:p>
        </p:txBody>
      </p:sp>
      <p:sp>
        <p:nvSpPr>
          <p:cNvPr id="2" name="">
            <a:extLst xmlns:a="http://schemas.openxmlformats.org/drawingml/2006/main">
              <a:ext uri="{FF2B5EF4-FFF2-40B4-BE49-F238E27FC236}">
                <a16:creationId xmlns:a16="http://schemas.microsoft.com/office/drawing/2014/main" id="{9E5E35C5-6373-440C-B626-F387425D1B54}"/>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vl1pPr>
              <a:buNone/>
              <a:defRPr sz="3150" b="1">
                <a:solidFill>
                  <a:srgbClr val="FFFFFF"/>
                </a:solidFill>
                <a:latin typeface="Arial"/>
                <a:ea typeface="Arial"/>
                <a:cs typeface="Arial"/>
              </a:defRPr>
            </a:lvl1pPr>
            <a:lvl2pPr>
              <a:buNone/>
              <a:defRPr sz="3150" b="1">
                <a:solidFill>
                  <a:srgbClr val="FFFFFF"/>
                </a:solidFill>
                <a:latin typeface="Arial"/>
                <a:ea typeface="Arial"/>
                <a:cs typeface="Arial"/>
              </a:defRPr>
            </a:lvl2pPr>
            <a:lvl3pPr>
              <a:buNone/>
              <a:defRPr sz="3150" b="1">
                <a:solidFill>
                  <a:srgbClr val="FFFFFF"/>
                </a:solidFill>
                <a:latin typeface="Arial"/>
                <a:ea typeface="Arial"/>
                <a:cs typeface="Arial"/>
              </a:defRPr>
            </a:lvl3pPr>
            <a:lvl4pPr>
              <a:buNone/>
              <a:defRPr sz="3150" b="1">
                <a:solidFill>
                  <a:srgbClr val="FFFFFF"/>
                </a:solidFill>
                <a:latin typeface="Arial"/>
                <a:ea typeface="Arial"/>
                <a:cs typeface="Arial"/>
              </a:defRPr>
            </a:lvl4pPr>
            <a:lvl5pPr>
              <a:buNone/>
              <a:defRPr sz="3150" b="1">
                <a:solidFill>
                  <a:srgbClr val="FFFFFF"/>
                </a:solidFill>
                <a:latin typeface="Arial"/>
                <a:ea typeface="Arial"/>
                <a:cs typeface="Arial"/>
              </a:defRPr>
            </a:lvl5pPr>
            <a:lvl6pPr>
              <a:buNone/>
              <a:defRPr sz="3150" b="1">
                <a:solidFill>
                  <a:srgbClr val="FFFFFF"/>
                </a:solidFill>
                <a:latin typeface="Arial"/>
                <a:ea typeface="Arial"/>
                <a:cs typeface="Arial"/>
              </a:defRPr>
            </a:lvl6pPr>
            <a:lvl7pPr>
              <a:buNone/>
              <a:defRPr sz="3150" b="1">
                <a:solidFill>
                  <a:srgbClr val="FFFFFF"/>
                </a:solidFill>
                <a:latin typeface="Arial"/>
                <a:ea typeface="Arial"/>
                <a:cs typeface="Arial"/>
              </a:defRPr>
            </a:lvl7pPr>
            <a:lvl8pPr>
              <a:buNone/>
              <a:defRPr sz="3150" b="1">
                <a:solidFill>
                  <a:srgbClr val="FFFFFF"/>
                </a:solidFill>
                <a:latin typeface="Arial"/>
                <a:ea typeface="Arial"/>
                <a:cs typeface="Arial"/>
              </a:defRPr>
            </a:lvl8pPr>
            <a:lvl9pPr>
              <a:buNone/>
              <a:defRPr sz="3150" b="1">
                <a:solidFill>
                  <a:srgbClr val="FFFFFF"/>
                </a:solidFill>
                <a:latin typeface="Arial"/>
                <a:ea typeface="Arial"/>
                <a:cs typeface="Arial"/>
              </a:defRPr>
            </a:lvl9pPr>
          </a:lstStyle>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Each installation can have its own workspace</a:t>
            </a:r>
          </a:p>
        </p:txBody>
      </p:sp>
      <p:sp>
        <p:nvSpPr>
          <p:cNvPr id="3" name="">
            <a:extLst xmlns:a="http://schemas.openxmlformats.org/drawingml/2006/main">
              <a:ext uri="{FF2B5EF4-FFF2-40B4-BE49-F238E27FC236}">
                <a16:creationId xmlns:a16="http://schemas.microsoft.com/office/drawing/2014/main" id="{3ADAA9A0-F2DC-4C96-9077-4474BFF73963}"/>
              </a:ext>
            </a:extLst>
          </p:cNvPr>
          <p:cNvSpPr>
            <a:spLocks xmlns:a="http://schemas.openxmlformats.org/drawingml/2006/main" noGrp="1"/>
          </p:cNvSpPr>
          <p:nvPr/>
        </p:nvSpPr>
        <p:spPr>
          <a:xfrm xmlns:a="http://schemas.openxmlformats.org/drawingml/2006/main">
            <a:off x="533400" y="644842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Synthetic accounts · Local AI · Your final approval</a:t>
            </a:r>
          </a:p>
        </p:txBody>
      </p:sp>
      <p:sp>
        <p:nvSpPr>
          <p:cNvPr id="4" name="">
            <a:extLst xmlns:a="http://schemas.openxmlformats.org/drawingml/2006/main">
              <a:ext uri="{FF2B5EF4-FFF2-40B4-BE49-F238E27FC236}">
                <a16:creationId xmlns:a16="http://schemas.microsoft.com/office/drawing/2014/main" id="{8324F294-B00A-4F74-A209-3129CF82813A}"/>
              </a:ext>
            </a:extLst>
          </p:cNvPr>
          <p:cNvSpPr>
            <a:spLocks xmlns:a="http://schemas.openxmlformats.org/drawingml/2006/main" noGrp="1"/>
          </p:cNvSpPr>
          <p:nvPr/>
        </p:nvSpPr>
        <p:spPr>
          <a:xfrm xmlns:a="http://schemas.openxmlformats.org/drawingml/2006/main">
            <a:off x="1133475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buNone/>
              <a:defRPr sz="975" b="0">
                <a:solidFill>
                  <a:srgbClr val="9FB7BC"/>
                </a:solidFill>
                <a:latin typeface="Arial"/>
                <a:ea typeface="Arial"/>
                <a:cs typeface="Arial"/>
              </a:defRPr>
            </a:lvl1pPr>
            <a:lvl2pPr>
              <a:buNone/>
              <a:defRPr sz="975" b="0">
                <a:solidFill>
                  <a:srgbClr val="9FB7BC"/>
                </a:solidFill>
                <a:latin typeface="Arial"/>
                <a:ea typeface="Arial"/>
                <a:cs typeface="Arial"/>
              </a:defRPr>
            </a:lvl2pPr>
            <a:lvl3pPr>
              <a:buNone/>
              <a:defRPr sz="975" b="0">
                <a:solidFill>
                  <a:srgbClr val="9FB7BC"/>
                </a:solidFill>
                <a:latin typeface="Arial"/>
                <a:ea typeface="Arial"/>
                <a:cs typeface="Arial"/>
              </a:defRPr>
            </a:lvl3pPr>
            <a:lvl4pPr>
              <a:buNone/>
              <a:defRPr sz="975" b="0">
                <a:solidFill>
                  <a:srgbClr val="9FB7BC"/>
                </a:solidFill>
                <a:latin typeface="Arial"/>
                <a:ea typeface="Arial"/>
                <a:cs typeface="Arial"/>
              </a:defRPr>
            </a:lvl4pPr>
            <a:lvl5pPr>
              <a:buNone/>
              <a:defRPr sz="975" b="0">
                <a:solidFill>
                  <a:srgbClr val="9FB7BC"/>
                </a:solidFill>
                <a:latin typeface="Arial"/>
                <a:ea typeface="Arial"/>
                <a:cs typeface="Arial"/>
              </a:defRPr>
            </a:lvl5pPr>
            <a:lvl6pPr>
              <a:buNone/>
              <a:defRPr sz="975" b="0">
                <a:solidFill>
                  <a:srgbClr val="9FB7BC"/>
                </a:solidFill>
                <a:latin typeface="Arial"/>
                <a:ea typeface="Arial"/>
                <a:cs typeface="Arial"/>
              </a:defRPr>
            </a:lvl6pPr>
            <a:lvl7pPr>
              <a:buNone/>
              <a:defRPr sz="975" b="0">
                <a:solidFill>
                  <a:srgbClr val="9FB7BC"/>
                </a:solidFill>
                <a:latin typeface="Arial"/>
                <a:ea typeface="Arial"/>
                <a:cs typeface="Arial"/>
              </a:defRPr>
            </a:lvl7pPr>
            <a:lvl8pPr>
              <a:buNone/>
              <a:defRPr sz="975" b="0">
                <a:solidFill>
                  <a:srgbClr val="9FB7BC"/>
                </a:solidFill>
                <a:latin typeface="Arial"/>
                <a:ea typeface="Arial"/>
                <a:cs typeface="Arial"/>
              </a:defRPr>
            </a:lvl8pPr>
            <a:lvl9pPr>
              <a:buNone/>
              <a:defRPr sz="975" b="0">
                <a:solidFill>
                  <a:srgbClr val="9FB7BC"/>
                </a:solidFill>
                <a:latin typeface="Arial"/>
                <a:ea typeface="Arial"/>
                <a:cs typeface="Arial"/>
              </a:defRPr>
            </a:lvl9pPr>
          </a:lstStyle>
          <a:p xmlns:a="http://schemas.openxmlformats.org/drawingml/2006/main">
            <a:pPr>
              <a:buNone/>
              <a:defRPr sz="975" b="0">
                <a:solidFill>
                  <a:srgbClr val="9FB7BC"/>
                </a:solidFill>
                <a:latin typeface="Arial"/>
                <a:ea typeface="Arial"/>
                <a:cs typeface="Arial"/>
              </a:defRPr>
            </a:pPr>
            <a:r>
              <a:rPr sz="975" b="0">
                <a:solidFill>
                  <a:srgbClr val="9FB7BC"/>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323C0209-75E5-4D2D-A36A-9B16846CC7E1}"/>
              </a:ext>
            </a:extLst>
          </p:cNvPr>
          <p:cNvSpPr>
            <a:spLocks xmlns:a="http://schemas.openxmlformats.org/drawingml/2006/main" noGrp="1"/>
          </p:cNvSpPr>
          <p:nvPr/>
        </p:nvSpPr>
        <p:spPr>
          <a:xfrm xmlns:a="http://schemas.openxmlformats.org/drawingml/2006/main">
            <a:off x="533400" y="2076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buNone/>
              <a:defRPr sz="2025" b="1">
                <a:solidFill>
                  <a:srgbClr val="ACE66A"/>
                </a:solidFill>
                <a:latin typeface="Arial"/>
                <a:ea typeface="Arial"/>
                <a:cs typeface="Arial"/>
              </a:defRPr>
            </a:lvl1pPr>
            <a:lvl2pPr>
              <a:buNone/>
              <a:defRPr sz="2025" b="1">
                <a:solidFill>
                  <a:srgbClr val="ACE66A"/>
                </a:solidFill>
                <a:latin typeface="Arial"/>
                <a:ea typeface="Arial"/>
                <a:cs typeface="Arial"/>
              </a:defRPr>
            </a:lvl2pPr>
            <a:lvl3pPr>
              <a:buNone/>
              <a:defRPr sz="2025" b="1">
                <a:solidFill>
                  <a:srgbClr val="ACE66A"/>
                </a:solidFill>
                <a:latin typeface="Arial"/>
                <a:ea typeface="Arial"/>
                <a:cs typeface="Arial"/>
              </a:defRPr>
            </a:lvl3pPr>
            <a:lvl4pPr>
              <a:buNone/>
              <a:defRPr sz="2025" b="1">
                <a:solidFill>
                  <a:srgbClr val="ACE66A"/>
                </a:solidFill>
                <a:latin typeface="Arial"/>
                <a:ea typeface="Arial"/>
                <a:cs typeface="Arial"/>
              </a:defRPr>
            </a:lvl4pPr>
            <a:lvl5pPr>
              <a:buNone/>
              <a:defRPr sz="2025" b="1">
                <a:solidFill>
                  <a:srgbClr val="ACE66A"/>
                </a:solidFill>
                <a:latin typeface="Arial"/>
                <a:ea typeface="Arial"/>
                <a:cs typeface="Arial"/>
              </a:defRPr>
            </a:lvl5pPr>
            <a:lvl6pPr>
              <a:buNone/>
              <a:defRPr sz="2025" b="1">
                <a:solidFill>
                  <a:srgbClr val="ACE66A"/>
                </a:solidFill>
                <a:latin typeface="Arial"/>
                <a:ea typeface="Arial"/>
                <a:cs typeface="Arial"/>
              </a:defRPr>
            </a:lvl6pPr>
            <a:lvl7pPr>
              <a:buNone/>
              <a:defRPr sz="2025" b="1">
                <a:solidFill>
                  <a:srgbClr val="ACE66A"/>
                </a:solidFill>
                <a:latin typeface="Arial"/>
                <a:ea typeface="Arial"/>
                <a:cs typeface="Arial"/>
              </a:defRPr>
            </a:lvl7pPr>
            <a:lvl8pPr>
              <a:buNone/>
              <a:defRPr sz="2025" b="1">
                <a:solidFill>
                  <a:srgbClr val="ACE66A"/>
                </a:solidFill>
                <a:latin typeface="Arial"/>
                <a:ea typeface="Arial"/>
                <a:cs typeface="Arial"/>
              </a:defRPr>
            </a:lvl8pPr>
            <a:lvl9pPr>
              <a:buNone/>
              <a:defRPr sz="2025" b="1">
                <a:solidFill>
                  <a:srgbClr val="ACE66A"/>
                </a:solidFill>
                <a:latin typeface="Arial"/>
                <a:ea typeface="Arial"/>
                <a:cs typeface="Arial"/>
              </a:defRPr>
            </a:lvl9pPr>
          </a:lstStyle>
          <a:p xmlns:a="http://schemas.openxmlformats.org/drawingml/2006/main">
            <a:pPr>
              <a:buNone/>
              <a:defRPr sz="2025" b="1">
                <a:solidFill>
                  <a:srgbClr val="ACE66A"/>
                </a:solidFill>
                <a:latin typeface="Arial"/>
                <a:ea typeface="Arial"/>
                <a:cs typeface="Arial"/>
              </a:defRPr>
            </a:pPr>
            <a:r>
              <a:rPr sz="2025" b="1">
                <a:solidFill>
                  <a:srgbClr val="ACE66A"/>
                </a:solidFill>
                <a:latin typeface="Arial"/>
                <a:ea typeface="Arial"/>
                <a:cs typeface="Arial"/>
              </a:rPr>
              <a:t>Choose a name</a:t>
            </a:r>
          </a:p>
        </p:txBody>
      </p:sp>
      <p:sp>
        <p:nvSpPr>
          <p:cNvPr id="6" name="">
            <a:extLst xmlns:a="http://schemas.openxmlformats.org/drawingml/2006/main">
              <a:ext uri="{FF2B5EF4-FFF2-40B4-BE49-F238E27FC236}">
                <a16:creationId xmlns:a16="http://schemas.microsoft.com/office/drawing/2014/main" id="{B182039B-070D-4C39-A330-B01F8256508C}"/>
              </a:ext>
            </a:extLst>
          </p:cNvPr>
          <p:cNvSpPr>
            <a:spLocks xmlns:a="http://schemas.openxmlformats.org/drawingml/2006/main" noGrp="1"/>
          </p:cNvSpPr>
          <p:nvPr/>
        </p:nvSpPr>
        <p:spPr>
          <a:xfrm xmlns:a="http://schemas.openxmlformats.org/drawingml/2006/main">
            <a:off x="533400" y="24860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Settings &amp; data replaces the fixed university label with a user-selected name.</a:t>
            </a:r>
          </a:p>
        </p:txBody>
      </p:sp>
      <p:sp>
        <p:nvSpPr>
          <p:cNvPr id="7" name="">
            <a:extLst xmlns:a="http://schemas.openxmlformats.org/drawingml/2006/main">
              <a:ext uri="{FF2B5EF4-FFF2-40B4-BE49-F238E27FC236}">
                <a16:creationId xmlns:a16="http://schemas.microsoft.com/office/drawing/2014/main" id="{4C037ECE-853E-44A5-AA14-1992F7745379}"/>
              </a:ext>
            </a:extLst>
          </p:cNvPr>
          <p:cNvSpPr>
            <a:spLocks xmlns:a="http://schemas.openxmlformats.org/drawingml/2006/main" noGrp="1"/>
          </p:cNvSpPr>
          <p:nvPr/>
        </p:nvSpPr>
        <p:spPr>
          <a:xfrm xmlns:a="http://schemas.openxmlformats.org/drawingml/2006/main">
            <a:off x="533400" y="30765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buNone/>
              <a:defRPr sz="2025" b="1">
                <a:solidFill>
                  <a:srgbClr val="ACE66A"/>
                </a:solidFill>
                <a:latin typeface="Arial"/>
                <a:ea typeface="Arial"/>
                <a:cs typeface="Arial"/>
              </a:defRPr>
            </a:lvl1pPr>
            <a:lvl2pPr>
              <a:buNone/>
              <a:defRPr sz="2025" b="1">
                <a:solidFill>
                  <a:srgbClr val="ACE66A"/>
                </a:solidFill>
                <a:latin typeface="Arial"/>
                <a:ea typeface="Arial"/>
                <a:cs typeface="Arial"/>
              </a:defRPr>
            </a:lvl2pPr>
            <a:lvl3pPr>
              <a:buNone/>
              <a:defRPr sz="2025" b="1">
                <a:solidFill>
                  <a:srgbClr val="ACE66A"/>
                </a:solidFill>
                <a:latin typeface="Arial"/>
                <a:ea typeface="Arial"/>
                <a:cs typeface="Arial"/>
              </a:defRPr>
            </a:lvl3pPr>
            <a:lvl4pPr>
              <a:buNone/>
              <a:defRPr sz="2025" b="1">
                <a:solidFill>
                  <a:srgbClr val="ACE66A"/>
                </a:solidFill>
                <a:latin typeface="Arial"/>
                <a:ea typeface="Arial"/>
                <a:cs typeface="Arial"/>
              </a:defRPr>
            </a:lvl4pPr>
            <a:lvl5pPr>
              <a:buNone/>
              <a:defRPr sz="2025" b="1">
                <a:solidFill>
                  <a:srgbClr val="ACE66A"/>
                </a:solidFill>
                <a:latin typeface="Arial"/>
                <a:ea typeface="Arial"/>
                <a:cs typeface="Arial"/>
              </a:defRPr>
            </a:lvl5pPr>
            <a:lvl6pPr>
              <a:buNone/>
              <a:defRPr sz="2025" b="1">
                <a:solidFill>
                  <a:srgbClr val="ACE66A"/>
                </a:solidFill>
                <a:latin typeface="Arial"/>
                <a:ea typeface="Arial"/>
                <a:cs typeface="Arial"/>
              </a:defRPr>
            </a:lvl6pPr>
            <a:lvl7pPr>
              <a:buNone/>
              <a:defRPr sz="2025" b="1">
                <a:solidFill>
                  <a:srgbClr val="ACE66A"/>
                </a:solidFill>
                <a:latin typeface="Arial"/>
                <a:ea typeface="Arial"/>
                <a:cs typeface="Arial"/>
              </a:defRPr>
            </a:lvl7pPr>
            <a:lvl8pPr>
              <a:buNone/>
              <a:defRPr sz="2025" b="1">
                <a:solidFill>
                  <a:srgbClr val="ACE66A"/>
                </a:solidFill>
                <a:latin typeface="Arial"/>
                <a:ea typeface="Arial"/>
                <a:cs typeface="Arial"/>
              </a:defRPr>
            </a:lvl8pPr>
            <a:lvl9pPr>
              <a:buNone/>
              <a:defRPr sz="2025" b="1">
                <a:solidFill>
                  <a:srgbClr val="ACE66A"/>
                </a:solidFill>
                <a:latin typeface="Arial"/>
                <a:ea typeface="Arial"/>
                <a:cs typeface="Arial"/>
              </a:defRPr>
            </a:lvl9pPr>
          </a:lstStyle>
          <a:p xmlns:a="http://schemas.openxmlformats.org/drawingml/2006/main">
            <a:pPr>
              <a:buNone/>
              <a:defRPr sz="2025" b="1">
                <a:solidFill>
                  <a:srgbClr val="ACE66A"/>
                </a:solidFill>
                <a:latin typeface="Arial"/>
                <a:ea typeface="Arial"/>
                <a:cs typeface="Arial"/>
              </a:defRPr>
            </a:pPr>
            <a:r>
              <a:rPr sz="2025" b="1">
                <a:solidFill>
                  <a:srgbClr val="ACE66A"/>
                </a:solidFill>
                <a:latin typeface="Arial"/>
                <a:ea typeface="Arial"/>
                <a:cs typeface="Arial"/>
              </a:rPr>
              <a:t>Use your own demo records</a:t>
            </a:r>
          </a:p>
        </p:txBody>
      </p:sp>
      <p:sp>
        <p:nvSpPr>
          <p:cNvPr id="8" name="">
            <a:extLst xmlns:a="http://schemas.openxmlformats.org/drawingml/2006/main">
              <a:ext uri="{FF2B5EF4-FFF2-40B4-BE49-F238E27FC236}">
                <a16:creationId xmlns:a16="http://schemas.microsoft.com/office/drawing/2014/main" id="{7A0E145E-851E-403B-B545-E492D81743F3}"/>
              </a:ext>
            </a:extLst>
          </p:cNvPr>
          <p:cNvSpPr>
            <a:spLocks xmlns:a="http://schemas.openxmlformats.org/drawingml/2006/main" noGrp="1"/>
          </p:cNvSpPr>
          <p:nvPr/>
        </p:nvSpPr>
        <p:spPr>
          <a:xfrm xmlns:a="http://schemas.openxmlformats.org/drawingml/2006/main">
            <a:off x="533400" y="34861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Add dated entries manually, or preview a JSON dataset before replacement.</a:t>
            </a:r>
          </a:p>
        </p:txBody>
      </p:sp>
      <p:sp>
        <p:nvSpPr>
          <p:cNvPr id="9" name="">
            <a:extLst xmlns:a="http://schemas.openxmlformats.org/drawingml/2006/main">
              <a:ext uri="{FF2B5EF4-FFF2-40B4-BE49-F238E27FC236}">
                <a16:creationId xmlns:a16="http://schemas.microsoft.com/office/drawing/2014/main" id="{08B64A87-C79D-472F-B687-516880ECE8CA}"/>
              </a:ext>
            </a:extLst>
          </p:cNvPr>
          <p:cNvSpPr>
            <a:spLocks xmlns:a="http://schemas.openxmlformats.org/drawingml/2006/main" noGrp="1"/>
          </p:cNvSpPr>
          <p:nvPr/>
        </p:nvSpPr>
        <p:spPr>
          <a:xfrm xmlns:a="http://schemas.openxmlformats.org/drawingml/2006/main">
            <a:off x="533400" y="40767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buNone/>
              <a:defRPr sz="2025" b="1">
                <a:solidFill>
                  <a:srgbClr val="ACE66A"/>
                </a:solidFill>
                <a:latin typeface="Arial"/>
                <a:ea typeface="Arial"/>
                <a:cs typeface="Arial"/>
              </a:defRPr>
            </a:lvl1pPr>
            <a:lvl2pPr>
              <a:buNone/>
              <a:defRPr sz="2025" b="1">
                <a:solidFill>
                  <a:srgbClr val="ACE66A"/>
                </a:solidFill>
                <a:latin typeface="Arial"/>
                <a:ea typeface="Arial"/>
                <a:cs typeface="Arial"/>
              </a:defRPr>
            </a:lvl2pPr>
            <a:lvl3pPr>
              <a:buNone/>
              <a:defRPr sz="2025" b="1">
                <a:solidFill>
                  <a:srgbClr val="ACE66A"/>
                </a:solidFill>
                <a:latin typeface="Arial"/>
                <a:ea typeface="Arial"/>
                <a:cs typeface="Arial"/>
              </a:defRPr>
            </a:lvl3pPr>
            <a:lvl4pPr>
              <a:buNone/>
              <a:defRPr sz="2025" b="1">
                <a:solidFill>
                  <a:srgbClr val="ACE66A"/>
                </a:solidFill>
                <a:latin typeface="Arial"/>
                <a:ea typeface="Arial"/>
                <a:cs typeface="Arial"/>
              </a:defRPr>
            </a:lvl4pPr>
            <a:lvl5pPr>
              <a:buNone/>
              <a:defRPr sz="2025" b="1">
                <a:solidFill>
                  <a:srgbClr val="ACE66A"/>
                </a:solidFill>
                <a:latin typeface="Arial"/>
                <a:ea typeface="Arial"/>
                <a:cs typeface="Arial"/>
              </a:defRPr>
            </a:lvl5pPr>
            <a:lvl6pPr>
              <a:buNone/>
              <a:defRPr sz="2025" b="1">
                <a:solidFill>
                  <a:srgbClr val="ACE66A"/>
                </a:solidFill>
                <a:latin typeface="Arial"/>
                <a:ea typeface="Arial"/>
                <a:cs typeface="Arial"/>
              </a:defRPr>
            </a:lvl6pPr>
            <a:lvl7pPr>
              <a:buNone/>
              <a:defRPr sz="2025" b="1">
                <a:solidFill>
                  <a:srgbClr val="ACE66A"/>
                </a:solidFill>
                <a:latin typeface="Arial"/>
                <a:ea typeface="Arial"/>
                <a:cs typeface="Arial"/>
              </a:defRPr>
            </a:lvl7pPr>
            <a:lvl8pPr>
              <a:buNone/>
              <a:defRPr sz="2025" b="1">
                <a:solidFill>
                  <a:srgbClr val="ACE66A"/>
                </a:solidFill>
                <a:latin typeface="Arial"/>
                <a:ea typeface="Arial"/>
                <a:cs typeface="Arial"/>
              </a:defRPr>
            </a:lvl8pPr>
            <a:lvl9pPr>
              <a:buNone/>
              <a:defRPr sz="2025" b="1">
                <a:solidFill>
                  <a:srgbClr val="ACE66A"/>
                </a:solidFill>
                <a:latin typeface="Arial"/>
                <a:ea typeface="Arial"/>
                <a:cs typeface="Arial"/>
              </a:defRPr>
            </a:lvl9pPr>
          </a:lstStyle>
          <a:p xmlns:a="http://schemas.openxmlformats.org/drawingml/2006/main">
            <a:pPr>
              <a:buNone/>
              <a:defRPr sz="2025" b="1">
                <a:solidFill>
                  <a:srgbClr val="ACE66A"/>
                </a:solidFill>
                <a:latin typeface="Arial"/>
                <a:ea typeface="Arial"/>
                <a:cs typeface="Arial"/>
              </a:defRPr>
            </a:pPr>
            <a:r>
              <a:rPr sz="2025" b="1">
                <a:solidFill>
                  <a:srgbClr val="ACE66A"/>
                </a:solidFill>
                <a:latin typeface="Arial"/>
                <a:ea typeface="Arial"/>
                <a:cs typeface="Arial"/>
              </a:rPr>
              <a:t>Clear records or reset everything</a:t>
            </a:r>
          </a:p>
        </p:txBody>
      </p:sp>
      <p:sp>
        <p:nvSpPr>
          <p:cNvPr id="10" name="">
            <a:extLst xmlns:a="http://schemas.openxmlformats.org/drawingml/2006/main">
              <a:ext uri="{FF2B5EF4-FFF2-40B4-BE49-F238E27FC236}">
                <a16:creationId xmlns:a16="http://schemas.microsoft.com/office/drawing/2014/main" id="{276EBDBA-F6FA-4046-94E1-71F05B0896B7}"/>
              </a:ext>
            </a:extLst>
          </p:cNvPr>
          <p:cNvSpPr>
            <a:spLocks xmlns:a="http://schemas.openxmlformats.org/drawingml/2006/main" noGrp="1"/>
          </p:cNvSpPr>
          <p:nvPr/>
        </p:nvSpPr>
        <p:spPr>
          <a:xfrm xmlns:a="http://schemas.openxmlformats.org/drawingml/2006/main">
            <a:off x="533400" y="44862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BE8E9"/>
                </a:solidFill>
                <a:latin typeface="Arial"/>
                <a:ea typeface="Arial"/>
                <a:cs typeface="Arial"/>
              </a:defRPr>
            </a:defPPr>
            <a:lvl1pPr>
              <a:buNone/>
              <a:defRPr sz="1650" b="0">
                <a:solidFill>
                  <a:srgbClr val="DBE8E9"/>
                </a:solidFill>
                <a:latin typeface="Arial"/>
                <a:ea typeface="Arial"/>
                <a:cs typeface="Arial"/>
              </a:defRPr>
            </a:lvl1pPr>
            <a:lvl2pPr>
              <a:buNone/>
              <a:defRPr sz="1650" b="0">
                <a:solidFill>
                  <a:srgbClr val="DBE8E9"/>
                </a:solidFill>
                <a:latin typeface="Arial"/>
                <a:ea typeface="Arial"/>
                <a:cs typeface="Arial"/>
              </a:defRPr>
            </a:lvl2pPr>
            <a:lvl3pPr>
              <a:buNone/>
              <a:defRPr sz="1650" b="0">
                <a:solidFill>
                  <a:srgbClr val="DBE8E9"/>
                </a:solidFill>
                <a:latin typeface="Arial"/>
                <a:ea typeface="Arial"/>
                <a:cs typeface="Arial"/>
              </a:defRPr>
            </a:lvl3pPr>
            <a:lvl4pPr>
              <a:buNone/>
              <a:defRPr sz="1650" b="0">
                <a:solidFill>
                  <a:srgbClr val="DBE8E9"/>
                </a:solidFill>
                <a:latin typeface="Arial"/>
                <a:ea typeface="Arial"/>
                <a:cs typeface="Arial"/>
              </a:defRPr>
            </a:lvl4pPr>
            <a:lvl5pPr>
              <a:buNone/>
              <a:defRPr sz="1650" b="0">
                <a:solidFill>
                  <a:srgbClr val="DBE8E9"/>
                </a:solidFill>
                <a:latin typeface="Arial"/>
                <a:ea typeface="Arial"/>
                <a:cs typeface="Arial"/>
              </a:defRPr>
            </a:lvl5pPr>
            <a:lvl6pPr>
              <a:buNone/>
              <a:defRPr sz="1650" b="0">
                <a:solidFill>
                  <a:srgbClr val="DBE8E9"/>
                </a:solidFill>
                <a:latin typeface="Arial"/>
                <a:ea typeface="Arial"/>
                <a:cs typeface="Arial"/>
              </a:defRPr>
            </a:lvl6pPr>
            <a:lvl7pPr>
              <a:buNone/>
              <a:defRPr sz="1650" b="0">
                <a:solidFill>
                  <a:srgbClr val="DBE8E9"/>
                </a:solidFill>
                <a:latin typeface="Arial"/>
                <a:ea typeface="Arial"/>
                <a:cs typeface="Arial"/>
              </a:defRPr>
            </a:lvl7pPr>
            <a:lvl8pPr>
              <a:buNone/>
              <a:defRPr sz="1650" b="0">
                <a:solidFill>
                  <a:srgbClr val="DBE8E9"/>
                </a:solidFill>
                <a:latin typeface="Arial"/>
                <a:ea typeface="Arial"/>
                <a:cs typeface="Arial"/>
              </a:defRPr>
            </a:lvl8pPr>
            <a:lvl9pPr>
              <a:buNone/>
              <a:defRPr sz="1650" b="0">
                <a:solidFill>
                  <a:srgbClr val="DBE8E9"/>
                </a:solidFill>
                <a:latin typeface="Arial"/>
                <a:ea typeface="Arial"/>
                <a:cs typeface="Arial"/>
              </a:defRPr>
            </a:lvl9pPr>
          </a:lstStyle>
          <a:p xmlns:a="http://schemas.openxmlformats.org/drawingml/2006/main">
            <a:pPr>
              <a:buNone/>
              <a:defRPr sz="1650" b="0">
                <a:solidFill>
                  <a:srgbClr val="DBE8E9"/>
                </a:solidFill>
                <a:latin typeface="Arial"/>
                <a:ea typeface="Arial"/>
                <a:cs typeface="Arial"/>
              </a:defRPr>
            </a:pPr>
            <a:r>
              <a:rPr sz="1650" b="0">
                <a:solidFill>
                  <a:srgbClr val="DBE8E9"/>
                </a:solidFill>
                <a:latin typeface="Arial"/>
                <a:ea typeface="Arial"/>
                <a:cs typeface="Arial"/>
              </a:rPr>
              <a:t>Typed confirmation and fresh passkey; personal trust resets with the records.</a:t>
            </a:r>
          </a:p>
        </p:txBody>
      </p:sp>
    </p:spTree>
    <p:extLst>
      <p:ext uri="{BB962C8B-B14F-4D97-AF65-F5344CB8AC3E}">
        <p14:creationId xmlns:p14="http://schemas.microsoft.com/office/powerpoint/2010/main" val="1452231806"/>
      </p:ext>
    </p:extLst>
  </p:cSld>
</p:sld>
</file>

<file path=ppt/slides/slide9.xml><?xml version="1.0" encoding="utf-8"?>
<p:sld xmlns:p="http://schemas.openxmlformats.org/presentationml/2006/main">
  <p:cSld>
    <p:bg>
      <p:bgPr>
        <a:solidFill xmlns:a="http://schemas.openxmlformats.org/drawingml/2006/main">
          <a:srgbClr val="10263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6DF5B8-1D18-42DD-9CB9-7676CDD5BC7A}"/>
              </a:ext>
            </a:extLst>
          </p:cNvPr>
          <p:cNvSpPr>
            <a:spLocks xmlns:a="http://schemas.openxmlformats.org/drawingml/2006/main" noGrp="1"/>
          </p:cNvSpPr>
          <p:nvPr/>
        </p:nvSpPr>
        <p:spPr>
          <a:xfrm xmlns:a="http://schemas.openxmlformats.org/drawingml/2006/main">
            <a:off x="533400" y="314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ACE66A"/>
                </a:solidFill>
                <a:latin typeface="Arial"/>
                <a:ea typeface="Arial"/>
                <a:cs typeface="Arial"/>
              </a:defRPr>
            </a:defPPr>
            <a:lvl1pPr>
              <a:defRPr sz="1050" b="1">
                <a:solidFill>
                  <a:srgbClr val="ACE66A"/>
                </a:solidFill>
                <a:latin typeface="Arial"/>
                <a:ea typeface="Arial"/>
                <a:cs typeface="Arial"/>
              </a:defRPr>
            </a:lvl1pPr>
            <a:lvl2pPr>
              <a:defRPr sz="1050" b="1">
                <a:solidFill>
                  <a:srgbClr val="ACE66A"/>
                </a:solidFill>
                <a:latin typeface="Arial"/>
                <a:ea typeface="Arial"/>
                <a:cs typeface="Arial"/>
              </a:defRPr>
            </a:lvl2pPr>
            <a:lvl3pPr>
              <a:defRPr sz="1050" b="1">
                <a:solidFill>
                  <a:srgbClr val="ACE66A"/>
                </a:solidFill>
                <a:latin typeface="Arial"/>
                <a:ea typeface="Arial"/>
                <a:cs typeface="Arial"/>
              </a:defRPr>
            </a:lvl3pPr>
            <a:lvl4pPr>
              <a:defRPr sz="1050" b="1">
                <a:solidFill>
                  <a:srgbClr val="ACE66A"/>
                </a:solidFill>
                <a:latin typeface="Arial"/>
                <a:ea typeface="Arial"/>
                <a:cs typeface="Arial"/>
              </a:defRPr>
            </a:lvl4pPr>
            <a:lvl5pPr>
              <a:defRPr sz="1050" b="1">
                <a:solidFill>
                  <a:srgbClr val="ACE66A"/>
                </a:solidFill>
                <a:latin typeface="Arial"/>
                <a:ea typeface="Arial"/>
                <a:cs typeface="Arial"/>
              </a:defRPr>
            </a:lvl5pPr>
            <a:lvl6pPr>
              <a:defRPr sz="1050" b="1">
                <a:solidFill>
                  <a:srgbClr val="ACE66A"/>
                </a:solidFill>
                <a:latin typeface="Arial"/>
                <a:ea typeface="Arial"/>
                <a:cs typeface="Arial"/>
              </a:defRPr>
            </a:lvl6pPr>
            <a:lvl7pPr>
              <a:defRPr sz="1050" b="1">
                <a:solidFill>
                  <a:srgbClr val="ACE66A"/>
                </a:solidFill>
                <a:latin typeface="Arial"/>
                <a:ea typeface="Arial"/>
                <a:cs typeface="Arial"/>
              </a:defRPr>
            </a:lvl7pPr>
            <a:lvl8pPr>
              <a:defRPr sz="1050" b="1">
                <a:solidFill>
                  <a:srgbClr val="ACE66A"/>
                </a:solidFill>
                <a:latin typeface="Arial"/>
                <a:ea typeface="Arial"/>
                <a:cs typeface="Arial"/>
              </a:defRPr>
            </a:lvl8pPr>
            <a:lvl9pPr>
              <a:defRPr sz="1050" b="1">
                <a:solidFill>
                  <a:srgbClr val="ACE66A"/>
                </a:solidFill>
                <a:latin typeface="Arial"/>
                <a:ea typeface="Arial"/>
                <a:cs typeface="Arial"/>
              </a:defRPr>
            </a:lvl9pPr>
          </a:lstStyle>
          <a:p xmlns:a="http://schemas.openxmlformats.org/drawingml/2006/main">
            <a:pPr>
              <a:defRPr sz="1050" b="1">
                <a:solidFill>
                  <a:srgbClr val="ACE66A"/>
                </a:solidFill>
                <a:latin typeface="Arial"/>
                <a:ea typeface="Arial"/>
                <a:cs typeface="Arial"/>
              </a:defRPr>
            </a:pPr>
            <a:r>
              <a:rPr sz="1050" b="1">
                <a:solidFill>
                  <a:srgbClr val="ACE66A"/>
                </a:solidFill>
                <a:latin typeface="Arial"/>
                <a:ea typeface="Arial"/>
                <a:cs typeface="Arial"/>
              </a:rPr>
              <a:t>NIROB / TOPIC A · VERSION 3.3</a:t>
            </a:r>
          </a:p>
        </p:txBody>
      </p:sp>
      <p:sp>
        <p:nvSpPr>
          <p:cNvPr id="2" name="">
            <a:extLst xmlns:a="http://schemas.openxmlformats.org/drawingml/2006/main">
              <a:ext uri="{FF2B5EF4-FFF2-40B4-BE49-F238E27FC236}">
                <a16:creationId xmlns:a16="http://schemas.microsoft.com/office/drawing/2014/main" id="{153FF7E4-B92B-44FB-B435-91673284270B}"/>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vl1pPr>
              <a:defRPr sz="3150" b="1">
                <a:solidFill>
                  <a:srgbClr val="FFFFFF"/>
                </a:solidFill>
                <a:latin typeface="Arial"/>
                <a:ea typeface="Arial"/>
                <a:cs typeface="Arial"/>
              </a:defRPr>
            </a:lvl1pPr>
            <a:lvl2pPr>
              <a:defRPr sz="3150" b="1">
                <a:solidFill>
                  <a:srgbClr val="FFFFFF"/>
                </a:solidFill>
                <a:latin typeface="Arial"/>
                <a:ea typeface="Arial"/>
                <a:cs typeface="Arial"/>
              </a:defRPr>
            </a:lvl2pPr>
            <a:lvl3pPr>
              <a:defRPr sz="3150" b="1">
                <a:solidFill>
                  <a:srgbClr val="FFFFFF"/>
                </a:solidFill>
                <a:latin typeface="Arial"/>
                <a:ea typeface="Arial"/>
                <a:cs typeface="Arial"/>
              </a:defRPr>
            </a:lvl3pPr>
            <a:lvl4pPr>
              <a:defRPr sz="3150" b="1">
                <a:solidFill>
                  <a:srgbClr val="FFFFFF"/>
                </a:solidFill>
                <a:latin typeface="Arial"/>
                <a:ea typeface="Arial"/>
                <a:cs typeface="Arial"/>
              </a:defRPr>
            </a:lvl4pPr>
            <a:lvl5pPr>
              <a:defRPr sz="3150" b="1">
                <a:solidFill>
                  <a:srgbClr val="FFFFFF"/>
                </a:solidFill>
                <a:latin typeface="Arial"/>
                <a:ea typeface="Arial"/>
                <a:cs typeface="Arial"/>
              </a:defRPr>
            </a:lvl5pPr>
            <a:lvl6pPr>
              <a:defRPr sz="3150" b="1">
                <a:solidFill>
                  <a:srgbClr val="FFFFFF"/>
                </a:solidFill>
                <a:latin typeface="Arial"/>
                <a:ea typeface="Arial"/>
                <a:cs typeface="Arial"/>
              </a:defRPr>
            </a:lvl6pPr>
            <a:lvl7pPr>
              <a:defRPr sz="3150" b="1">
                <a:solidFill>
                  <a:srgbClr val="FFFFFF"/>
                </a:solidFill>
                <a:latin typeface="Arial"/>
                <a:ea typeface="Arial"/>
                <a:cs typeface="Arial"/>
              </a:defRPr>
            </a:lvl7pPr>
            <a:lvl8pPr>
              <a:defRPr sz="3150" b="1">
                <a:solidFill>
                  <a:srgbClr val="FFFFFF"/>
                </a:solidFill>
                <a:latin typeface="Arial"/>
                <a:ea typeface="Arial"/>
                <a:cs typeface="Arial"/>
              </a:defRPr>
            </a:lvl8pPr>
            <a:lvl9pPr>
              <a:defRPr sz="3150" b="1">
                <a:solidFill>
                  <a:srgbClr val="FFFFFF"/>
                </a:solidFill>
                <a:latin typeface="Arial"/>
                <a:ea typeface="Arial"/>
                <a:cs typeface="Arial"/>
              </a:defRPr>
            </a:lvl9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Renaming and replacing data in the app</a:t>
            </a:r>
          </a:p>
        </p:txBody>
      </p:sp>
      <p:sp>
        <p:nvSpPr>
          <p:cNvPr id="3" name="">
            <a:extLst xmlns:a="http://schemas.openxmlformats.org/drawingml/2006/main">
              <a:ext uri="{FF2B5EF4-FFF2-40B4-BE49-F238E27FC236}">
                <a16:creationId xmlns:a16="http://schemas.microsoft.com/office/drawing/2014/main" id="{4373D410-2E3B-4CB6-B656-E3DB7950E082}"/>
              </a:ext>
            </a:extLst>
          </p:cNvPr>
          <p:cNvSpPr>
            <a:spLocks xmlns:a="http://schemas.openxmlformats.org/drawingml/2006/main" noGrp="1"/>
          </p:cNvSpPr>
          <p:nvPr/>
        </p:nvSpPr>
        <p:spPr>
          <a:xfrm xmlns:a="http://schemas.openxmlformats.org/drawingml/2006/main">
            <a:off x="533400" y="644842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defRPr sz="975" b="0">
                <a:solidFill>
                  <a:srgbClr val="9FB7BC"/>
                </a:solidFill>
                <a:latin typeface="Arial"/>
                <a:ea typeface="Arial"/>
                <a:cs typeface="Arial"/>
              </a:defRPr>
            </a:lvl1pPr>
            <a:lvl2pPr>
              <a:defRPr sz="975" b="0">
                <a:solidFill>
                  <a:srgbClr val="9FB7BC"/>
                </a:solidFill>
                <a:latin typeface="Arial"/>
                <a:ea typeface="Arial"/>
                <a:cs typeface="Arial"/>
              </a:defRPr>
            </a:lvl2pPr>
            <a:lvl3pPr>
              <a:defRPr sz="975" b="0">
                <a:solidFill>
                  <a:srgbClr val="9FB7BC"/>
                </a:solidFill>
                <a:latin typeface="Arial"/>
                <a:ea typeface="Arial"/>
                <a:cs typeface="Arial"/>
              </a:defRPr>
            </a:lvl3pPr>
            <a:lvl4pPr>
              <a:defRPr sz="975" b="0">
                <a:solidFill>
                  <a:srgbClr val="9FB7BC"/>
                </a:solidFill>
                <a:latin typeface="Arial"/>
                <a:ea typeface="Arial"/>
                <a:cs typeface="Arial"/>
              </a:defRPr>
            </a:lvl4pPr>
            <a:lvl5pPr>
              <a:defRPr sz="975" b="0">
                <a:solidFill>
                  <a:srgbClr val="9FB7BC"/>
                </a:solidFill>
                <a:latin typeface="Arial"/>
                <a:ea typeface="Arial"/>
                <a:cs typeface="Arial"/>
              </a:defRPr>
            </a:lvl5pPr>
            <a:lvl6pPr>
              <a:defRPr sz="975" b="0">
                <a:solidFill>
                  <a:srgbClr val="9FB7BC"/>
                </a:solidFill>
                <a:latin typeface="Arial"/>
                <a:ea typeface="Arial"/>
                <a:cs typeface="Arial"/>
              </a:defRPr>
            </a:lvl6pPr>
            <a:lvl7pPr>
              <a:defRPr sz="975" b="0">
                <a:solidFill>
                  <a:srgbClr val="9FB7BC"/>
                </a:solidFill>
                <a:latin typeface="Arial"/>
                <a:ea typeface="Arial"/>
                <a:cs typeface="Arial"/>
              </a:defRPr>
            </a:lvl7pPr>
            <a:lvl8pPr>
              <a:defRPr sz="975" b="0">
                <a:solidFill>
                  <a:srgbClr val="9FB7BC"/>
                </a:solidFill>
                <a:latin typeface="Arial"/>
                <a:ea typeface="Arial"/>
                <a:cs typeface="Arial"/>
              </a:defRPr>
            </a:lvl8pPr>
            <a:lvl9pPr>
              <a:defRPr sz="975" b="0">
                <a:solidFill>
                  <a:srgbClr val="9FB7BC"/>
                </a:solidFill>
                <a:latin typeface="Arial"/>
                <a:ea typeface="Arial"/>
                <a:cs typeface="Arial"/>
              </a:defRPr>
            </a:lvl9pPr>
          </a:lstStyle>
          <a:p xmlns:a="http://schemas.openxmlformats.org/drawingml/2006/main">
            <a:pPr>
              <a:defRPr sz="975" b="0">
                <a:solidFill>
                  <a:srgbClr val="9FB7BC"/>
                </a:solidFill>
                <a:latin typeface="Arial"/>
                <a:ea typeface="Arial"/>
                <a:cs typeface="Arial"/>
              </a:defRPr>
            </a:pPr>
            <a:r>
              <a:rPr sz="975" b="0">
                <a:solidFill>
                  <a:srgbClr val="9FB7BC"/>
                </a:solidFill>
                <a:latin typeface="Arial"/>
                <a:ea typeface="Arial"/>
                <a:cs typeface="Arial"/>
              </a:rPr>
              <a:t>Synthetic accounts · Local AI · Your final approval</a:t>
            </a:r>
          </a:p>
        </p:txBody>
      </p:sp>
      <p:sp>
        <p:nvSpPr>
          <p:cNvPr id="4" name="">
            <a:extLst xmlns:a="http://schemas.openxmlformats.org/drawingml/2006/main">
              <a:ext uri="{FF2B5EF4-FFF2-40B4-BE49-F238E27FC236}">
                <a16:creationId xmlns:a16="http://schemas.microsoft.com/office/drawing/2014/main" id="{837B7C03-84D1-4930-B35E-E0AB4C14DF29}"/>
              </a:ext>
            </a:extLst>
          </p:cNvPr>
          <p:cNvSpPr>
            <a:spLocks xmlns:a="http://schemas.openxmlformats.org/drawingml/2006/main" noGrp="1"/>
          </p:cNvSpPr>
          <p:nvPr/>
        </p:nvSpPr>
        <p:spPr>
          <a:xfrm xmlns:a="http://schemas.openxmlformats.org/drawingml/2006/main">
            <a:off x="1133475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defRPr sz="975" b="0">
                <a:solidFill>
                  <a:srgbClr val="9FB7BC"/>
                </a:solidFill>
                <a:latin typeface="Arial"/>
                <a:ea typeface="Arial"/>
                <a:cs typeface="Arial"/>
              </a:defRPr>
            </a:lvl1pPr>
            <a:lvl2pPr>
              <a:defRPr sz="975" b="0">
                <a:solidFill>
                  <a:srgbClr val="9FB7BC"/>
                </a:solidFill>
                <a:latin typeface="Arial"/>
                <a:ea typeface="Arial"/>
                <a:cs typeface="Arial"/>
              </a:defRPr>
            </a:lvl2pPr>
            <a:lvl3pPr>
              <a:defRPr sz="975" b="0">
                <a:solidFill>
                  <a:srgbClr val="9FB7BC"/>
                </a:solidFill>
                <a:latin typeface="Arial"/>
                <a:ea typeface="Arial"/>
                <a:cs typeface="Arial"/>
              </a:defRPr>
            </a:lvl3pPr>
            <a:lvl4pPr>
              <a:defRPr sz="975" b="0">
                <a:solidFill>
                  <a:srgbClr val="9FB7BC"/>
                </a:solidFill>
                <a:latin typeface="Arial"/>
                <a:ea typeface="Arial"/>
                <a:cs typeface="Arial"/>
              </a:defRPr>
            </a:lvl4pPr>
            <a:lvl5pPr>
              <a:defRPr sz="975" b="0">
                <a:solidFill>
                  <a:srgbClr val="9FB7BC"/>
                </a:solidFill>
                <a:latin typeface="Arial"/>
                <a:ea typeface="Arial"/>
                <a:cs typeface="Arial"/>
              </a:defRPr>
            </a:lvl5pPr>
            <a:lvl6pPr>
              <a:defRPr sz="975" b="0">
                <a:solidFill>
                  <a:srgbClr val="9FB7BC"/>
                </a:solidFill>
                <a:latin typeface="Arial"/>
                <a:ea typeface="Arial"/>
                <a:cs typeface="Arial"/>
              </a:defRPr>
            </a:lvl6pPr>
            <a:lvl7pPr>
              <a:defRPr sz="975" b="0">
                <a:solidFill>
                  <a:srgbClr val="9FB7BC"/>
                </a:solidFill>
                <a:latin typeface="Arial"/>
                <a:ea typeface="Arial"/>
                <a:cs typeface="Arial"/>
              </a:defRPr>
            </a:lvl7pPr>
            <a:lvl8pPr>
              <a:defRPr sz="975" b="0">
                <a:solidFill>
                  <a:srgbClr val="9FB7BC"/>
                </a:solidFill>
                <a:latin typeface="Arial"/>
                <a:ea typeface="Arial"/>
                <a:cs typeface="Arial"/>
              </a:defRPr>
            </a:lvl8pPr>
            <a:lvl9pPr>
              <a:defRPr sz="975" b="0">
                <a:solidFill>
                  <a:srgbClr val="9FB7BC"/>
                </a:solidFill>
                <a:latin typeface="Arial"/>
                <a:ea typeface="Arial"/>
                <a:cs typeface="Arial"/>
              </a:defRPr>
            </a:lvl9pPr>
          </a:lstStyle>
          <a:p xmlns:a="http://schemas.openxmlformats.org/drawingml/2006/main">
            <a:pPr>
              <a:defRPr sz="975" b="0">
                <a:solidFill>
                  <a:srgbClr val="9FB7BC"/>
                </a:solidFill>
                <a:latin typeface="Arial"/>
                <a:ea typeface="Arial"/>
                <a:cs typeface="Arial"/>
              </a:defRPr>
            </a:pPr>
            <a:r>
              <a:rPr sz="975" b="0">
                <a:solidFill>
                  <a:srgbClr val="9FB7BC"/>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04764EB7-F53B-472C-AAD6-D6E8458DA1C4}"/>
              </a:ext>
            </a:extLst>
          </p:cNvPr>
          <p:cNvSpPr>
            <a:spLocks xmlns:a="http://schemas.openxmlformats.org/drawingml/2006/main" noGrp="1"/>
          </p:cNvSpPr>
          <p:nvPr/>
        </p:nvSpPr>
        <p:spPr>
          <a:xfrm xmlns:a="http://schemas.openxmlformats.org/drawingml/2006/main">
            <a:off x="533400" y="20955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CE66A"/>
                </a:solidFill>
                <a:latin typeface="Arial"/>
                <a:ea typeface="Arial"/>
                <a:cs typeface="Arial"/>
              </a:defRPr>
            </a:defPPr>
            <a:lvl1pPr>
              <a:defRPr sz="2100" b="1">
                <a:solidFill>
                  <a:srgbClr val="ACE66A"/>
                </a:solidFill>
                <a:latin typeface="Arial"/>
                <a:ea typeface="Arial"/>
                <a:cs typeface="Arial"/>
              </a:defRPr>
            </a:lvl1pPr>
            <a:lvl2pPr>
              <a:defRPr sz="2100" b="1">
                <a:solidFill>
                  <a:srgbClr val="ACE66A"/>
                </a:solidFill>
                <a:latin typeface="Arial"/>
                <a:ea typeface="Arial"/>
                <a:cs typeface="Arial"/>
              </a:defRPr>
            </a:lvl2pPr>
            <a:lvl3pPr>
              <a:defRPr sz="2100" b="1">
                <a:solidFill>
                  <a:srgbClr val="ACE66A"/>
                </a:solidFill>
                <a:latin typeface="Arial"/>
                <a:ea typeface="Arial"/>
                <a:cs typeface="Arial"/>
              </a:defRPr>
            </a:lvl3pPr>
            <a:lvl4pPr>
              <a:defRPr sz="2100" b="1">
                <a:solidFill>
                  <a:srgbClr val="ACE66A"/>
                </a:solidFill>
                <a:latin typeface="Arial"/>
                <a:ea typeface="Arial"/>
                <a:cs typeface="Arial"/>
              </a:defRPr>
            </a:lvl4pPr>
            <a:lvl5pPr>
              <a:defRPr sz="2100" b="1">
                <a:solidFill>
                  <a:srgbClr val="ACE66A"/>
                </a:solidFill>
                <a:latin typeface="Arial"/>
                <a:ea typeface="Arial"/>
                <a:cs typeface="Arial"/>
              </a:defRPr>
            </a:lvl5pPr>
            <a:lvl6pPr>
              <a:defRPr sz="2100" b="1">
                <a:solidFill>
                  <a:srgbClr val="ACE66A"/>
                </a:solidFill>
                <a:latin typeface="Arial"/>
                <a:ea typeface="Arial"/>
                <a:cs typeface="Arial"/>
              </a:defRPr>
            </a:lvl6pPr>
            <a:lvl7pPr>
              <a:defRPr sz="2100" b="1">
                <a:solidFill>
                  <a:srgbClr val="ACE66A"/>
                </a:solidFill>
                <a:latin typeface="Arial"/>
                <a:ea typeface="Arial"/>
                <a:cs typeface="Arial"/>
              </a:defRPr>
            </a:lvl7pPr>
            <a:lvl8pPr>
              <a:defRPr sz="2100" b="1">
                <a:solidFill>
                  <a:srgbClr val="ACE66A"/>
                </a:solidFill>
                <a:latin typeface="Arial"/>
                <a:ea typeface="Arial"/>
                <a:cs typeface="Arial"/>
              </a:defRPr>
            </a:lvl8pPr>
            <a:lvl9pPr>
              <a:defRPr sz="2100" b="1">
                <a:solidFill>
                  <a:srgbClr val="ACE66A"/>
                </a:solidFill>
                <a:latin typeface="Arial"/>
                <a:ea typeface="Arial"/>
                <a:cs typeface="Arial"/>
              </a:defRPr>
            </a:lvl9pPr>
          </a:lstStyle>
          <a:p xmlns:a="http://schemas.openxmlformats.org/drawingml/2006/main">
            <a:pPr>
              <a:defRPr sz="2100" b="1">
                <a:solidFill>
                  <a:srgbClr val="ACE66A"/>
                </a:solidFill>
                <a:latin typeface="Arial"/>
                <a:ea typeface="Arial"/>
                <a:cs typeface="Arial"/>
              </a:defRPr>
            </a:pPr>
            <a:r>
              <a:rPr sz="2100" b="1">
                <a:solidFill>
                  <a:srgbClr val="ACE66A"/>
                </a:solidFill>
                <a:latin typeface="Arial"/>
                <a:ea typeface="Arial"/>
                <a:cs typeface="Arial"/>
              </a:rPr>
              <a:t>A personal label</a:t>
            </a:r>
          </a:p>
        </p:txBody>
      </p:sp>
      <p:sp>
        <p:nvSpPr>
          <p:cNvPr id="6" name="">
            <a:extLst xmlns:a="http://schemas.openxmlformats.org/drawingml/2006/main">
              <a:ext uri="{FF2B5EF4-FFF2-40B4-BE49-F238E27FC236}">
                <a16:creationId xmlns:a16="http://schemas.microsoft.com/office/drawing/2014/main" id="{3ABFBF36-F5F6-4CC5-A7F6-51A5C12A1B60}"/>
              </a:ext>
            </a:extLst>
          </p:cNvPr>
          <p:cNvSpPr>
            <a:spLocks xmlns:a="http://schemas.openxmlformats.org/drawingml/2006/main" noGrp="1"/>
          </p:cNvSpPr>
          <p:nvPr/>
        </p:nvSpPr>
        <p:spPr>
          <a:xfrm xmlns:a="http://schemas.openxmlformats.org/drawingml/2006/main">
            <a:off x="533400" y="25717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BE8E9"/>
                </a:solidFill>
                <a:latin typeface="Arial"/>
                <a:ea typeface="Arial"/>
                <a:cs typeface="Arial"/>
              </a:defRPr>
            </a:defPPr>
            <a:lvl1pPr>
              <a:defRPr sz="1800" b="0">
                <a:solidFill>
                  <a:srgbClr val="DBE8E9"/>
                </a:solidFill>
                <a:latin typeface="Arial"/>
                <a:ea typeface="Arial"/>
                <a:cs typeface="Arial"/>
              </a:defRPr>
            </a:lvl1pPr>
            <a:lvl2pPr>
              <a:defRPr sz="1800" b="0">
                <a:solidFill>
                  <a:srgbClr val="DBE8E9"/>
                </a:solidFill>
                <a:latin typeface="Arial"/>
                <a:ea typeface="Arial"/>
                <a:cs typeface="Arial"/>
              </a:defRPr>
            </a:lvl2pPr>
            <a:lvl3pPr>
              <a:defRPr sz="1800" b="0">
                <a:solidFill>
                  <a:srgbClr val="DBE8E9"/>
                </a:solidFill>
                <a:latin typeface="Arial"/>
                <a:ea typeface="Arial"/>
                <a:cs typeface="Arial"/>
              </a:defRPr>
            </a:lvl3pPr>
            <a:lvl4pPr>
              <a:defRPr sz="1800" b="0">
                <a:solidFill>
                  <a:srgbClr val="DBE8E9"/>
                </a:solidFill>
                <a:latin typeface="Arial"/>
                <a:ea typeface="Arial"/>
                <a:cs typeface="Arial"/>
              </a:defRPr>
            </a:lvl4pPr>
            <a:lvl5pPr>
              <a:defRPr sz="1800" b="0">
                <a:solidFill>
                  <a:srgbClr val="DBE8E9"/>
                </a:solidFill>
                <a:latin typeface="Arial"/>
                <a:ea typeface="Arial"/>
                <a:cs typeface="Arial"/>
              </a:defRPr>
            </a:lvl5pPr>
            <a:lvl6pPr>
              <a:defRPr sz="1800" b="0">
                <a:solidFill>
                  <a:srgbClr val="DBE8E9"/>
                </a:solidFill>
                <a:latin typeface="Arial"/>
                <a:ea typeface="Arial"/>
                <a:cs typeface="Arial"/>
              </a:defRPr>
            </a:lvl6pPr>
            <a:lvl7pPr>
              <a:defRPr sz="1800" b="0">
                <a:solidFill>
                  <a:srgbClr val="DBE8E9"/>
                </a:solidFill>
                <a:latin typeface="Arial"/>
                <a:ea typeface="Arial"/>
                <a:cs typeface="Arial"/>
              </a:defRPr>
            </a:lvl7pPr>
            <a:lvl8pPr>
              <a:defRPr sz="1800" b="0">
                <a:solidFill>
                  <a:srgbClr val="DBE8E9"/>
                </a:solidFill>
                <a:latin typeface="Arial"/>
                <a:ea typeface="Arial"/>
                <a:cs typeface="Arial"/>
              </a:defRPr>
            </a:lvl8pPr>
            <a:lvl9pPr>
              <a:defRPr sz="1800" b="0">
                <a:solidFill>
                  <a:srgbClr val="DBE8E9"/>
                </a:solidFill>
                <a:latin typeface="Arial"/>
                <a:ea typeface="Arial"/>
                <a:cs typeface="Arial"/>
              </a:defRPr>
            </a:lvl9pPr>
          </a:lstStyle>
          <a:p xmlns:a="http://schemas.openxmlformats.org/drawingml/2006/main">
            <a:pPr>
              <a:defRPr sz="1800" b="0">
                <a:solidFill>
                  <a:srgbClr val="DBE8E9"/>
                </a:solidFill>
                <a:latin typeface="Arial"/>
                <a:ea typeface="Arial"/>
                <a:cs typeface="Arial"/>
              </a:defRPr>
            </a:pPr>
            <a:r>
              <a:rPr sz="1800" b="0">
                <a:solidFill>
                  <a:srgbClr val="DBE8E9"/>
                </a:solidFill>
                <a:latin typeface="Arial"/>
                <a:ea typeface="Arial"/>
                <a:cs typeface="Arial"/>
              </a:rPr>
              <a:t>My workspace → your own name</a:t>
            </a:r>
          </a:p>
          <a:p xmlns:a="http://schemas.openxmlformats.org/drawingml/2006/main">
            <a:pPr>
              <a:defRPr sz="1800" b="0">
                <a:solidFill>
                  <a:srgbClr val="DBE8E9"/>
                </a:solidFill>
                <a:latin typeface="Arial"/>
                <a:ea typeface="Arial"/>
                <a:cs typeface="Arial"/>
              </a:defRPr>
            </a:pPr>
            <a:r>
              <a:rPr sz="1800" b="0">
                <a:solidFill>
                  <a:srgbClr val="DBE8E9"/>
                </a:solidFill>
                <a:latin typeface="Arial"/>
                <a:ea typeface="Arial"/>
                <a:cs typeface="Arial"/>
              </a:rPr>
              <a:t>Saved on this installation</a:t>
            </a:r>
          </a:p>
        </p:txBody>
      </p:sp>
      <p:sp>
        <p:nvSpPr>
          <p:cNvPr id="7" name="">
            <a:extLst xmlns:a="http://schemas.openxmlformats.org/drawingml/2006/main">
              <a:ext uri="{FF2B5EF4-FFF2-40B4-BE49-F238E27FC236}">
                <a16:creationId xmlns:a16="http://schemas.microsoft.com/office/drawing/2014/main" id="{06DED9A6-94FD-4E82-9609-130416465A30}"/>
              </a:ext>
            </a:extLst>
          </p:cNvPr>
          <p:cNvSpPr>
            <a:spLocks xmlns:a="http://schemas.openxmlformats.org/drawingml/2006/main" noGrp="1"/>
          </p:cNvSpPr>
          <p:nvPr/>
        </p:nvSpPr>
        <p:spPr>
          <a:xfrm xmlns:a="http://schemas.openxmlformats.org/drawingml/2006/main">
            <a:off x="533400" y="3714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CE66A"/>
                </a:solidFill>
                <a:latin typeface="Arial"/>
                <a:ea typeface="Arial"/>
                <a:cs typeface="Arial"/>
              </a:defRPr>
            </a:defPPr>
            <a:lvl1pPr>
              <a:defRPr sz="2100" b="1">
                <a:solidFill>
                  <a:srgbClr val="ACE66A"/>
                </a:solidFill>
                <a:latin typeface="Arial"/>
                <a:ea typeface="Arial"/>
                <a:cs typeface="Arial"/>
              </a:defRPr>
            </a:lvl1pPr>
            <a:lvl2pPr>
              <a:defRPr sz="2100" b="1">
                <a:solidFill>
                  <a:srgbClr val="ACE66A"/>
                </a:solidFill>
                <a:latin typeface="Arial"/>
                <a:ea typeface="Arial"/>
                <a:cs typeface="Arial"/>
              </a:defRPr>
            </a:lvl2pPr>
            <a:lvl3pPr>
              <a:defRPr sz="2100" b="1">
                <a:solidFill>
                  <a:srgbClr val="ACE66A"/>
                </a:solidFill>
                <a:latin typeface="Arial"/>
                <a:ea typeface="Arial"/>
                <a:cs typeface="Arial"/>
              </a:defRPr>
            </a:lvl3pPr>
            <a:lvl4pPr>
              <a:defRPr sz="2100" b="1">
                <a:solidFill>
                  <a:srgbClr val="ACE66A"/>
                </a:solidFill>
                <a:latin typeface="Arial"/>
                <a:ea typeface="Arial"/>
                <a:cs typeface="Arial"/>
              </a:defRPr>
            </a:lvl4pPr>
            <a:lvl5pPr>
              <a:defRPr sz="2100" b="1">
                <a:solidFill>
                  <a:srgbClr val="ACE66A"/>
                </a:solidFill>
                <a:latin typeface="Arial"/>
                <a:ea typeface="Arial"/>
                <a:cs typeface="Arial"/>
              </a:defRPr>
            </a:lvl5pPr>
            <a:lvl6pPr>
              <a:defRPr sz="2100" b="1">
                <a:solidFill>
                  <a:srgbClr val="ACE66A"/>
                </a:solidFill>
                <a:latin typeface="Arial"/>
                <a:ea typeface="Arial"/>
                <a:cs typeface="Arial"/>
              </a:defRPr>
            </a:lvl6pPr>
            <a:lvl7pPr>
              <a:defRPr sz="2100" b="1">
                <a:solidFill>
                  <a:srgbClr val="ACE66A"/>
                </a:solidFill>
                <a:latin typeface="Arial"/>
                <a:ea typeface="Arial"/>
                <a:cs typeface="Arial"/>
              </a:defRPr>
            </a:lvl7pPr>
            <a:lvl8pPr>
              <a:defRPr sz="2100" b="1">
                <a:solidFill>
                  <a:srgbClr val="ACE66A"/>
                </a:solidFill>
                <a:latin typeface="Arial"/>
                <a:ea typeface="Arial"/>
                <a:cs typeface="Arial"/>
              </a:defRPr>
            </a:lvl8pPr>
            <a:lvl9pPr>
              <a:defRPr sz="2100" b="1">
                <a:solidFill>
                  <a:srgbClr val="ACE66A"/>
                </a:solidFill>
                <a:latin typeface="Arial"/>
                <a:ea typeface="Arial"/>
                <a:cs typeface="Arial"/>
              </a:defRPr>
            </a:lvl9pPr>
          </a:lstStyle>
          <a:p xmlns:a="http://schemas.openxmlformats.org/drawingml/2006/main">
            <a:pPr>
              <a:defRPr sz="2100" b="1">
                <a:solidFill>
                  <a:srgbClr val="ACE66A"/>
                </a:solidFill>
                <a:latin typeface="Arial"/>
                <a:ea typeface="Arial"/>
                <a:cs typeface="Arial"/>
              </a:defRPr>
            </a:pPr>
            <a:r>
              <a:rPr sz="2100" b="1">
                <a:solidFill>
                  <a:srgbClr val="ACE66A"/>
                </a:solidFill>
                <a:latin typeface="Arial"/>
                <a:ea typeface="Arial"/>
                <a:cs typeface="Arial"/>
              </a:rPr>
              <a:t>An explicit replacement</a:t>
            </a:r>
          </a:p>
        </p:txBody>
      </p:sp>
      <p:sp>
        <p:nvSpPr>
          <p:cNvPr id="8" name="">
            <a:extLst xmlns:a="http://schemas.openxmlformats.org/drawingml/2006/main">
              <a:ext uri="{FF2B5EF4-FFF2-40B4-BE49-F238E27FC236}">
                <a16:creationId xmlns:a16="http://schemas.microsoft.com/office/drawing/2014/main" id="{29FD1B2B-D8A4-4ABD-813E-4338187A2B90}"/>
              </a:ext>
            </a:extLst>
          </p:cNvPr>
          <p:cNvSpPr>
            <a:spLocks xmlns:a="http://schemas.openxmlformats.org/drawingml/2006/main" noGrp="1"/>
          </p:cNvSpPr>
          <p:nvPr/>
        </p:nvSpPr>
        <p:spPr>
          <a:xfrm xmlns:a="http://schemas.openxmlformats.org/drawingml/2006/main">
            <a:off x="533400" y="4191000"/>
            <a:ext cx="4572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BE8E9"/>
                </a:solidFill>
                <a:latin typeface="Arial"/>
                <a:ea typeface="Arial"/>
                <a:cs typeface="Arial"/>
              </a:defRPr>
            </a:defPPr>
            <a:lvl1pPr>
              <a:defRPr sz="1800" b="0">
                <a:solidFill>
                  <a:srgbClr val="DBE8E9"/>
                </a:solidFill>
                <a:latin typeface="Arial"/>
                <a:ea typeface="Arial"/>
                <a:cs typeface="Arial"/>
              </a:defRPr>
            </a:lvl1pPr>
            <a:lvl2pPr>
              <a:defRPr sz="1800" b="0">
                <a:solidFill>
                  <a:srgbClr val="DBE8E9"/>
                </a:solidFill>
                <a:latin typeface="Arial"/>
                <a:ea typeface="Arial"/>
                <a:cs typeface="Arial"/>
              </a:defRPr>
            </a:lvl2pPr>
            <a:lvl3pPr>
              <a:defRPr sz="1800" b="0">
                <a:solidFill>
                  <a:srgbClr val="DBE8E9"/>
                </a:solidFill>
                <a:latin typeface="Arial"/>
                <a:ea typeface="Arial"/>
                <a:cs typeface="Arial"/>
              </a:defRPr>
            </a:lvl3pPr>
            <a:lvl4pPr>
              <a:defRPr sz="1800" b="0">
                <a:solidFill>
                  <a:srgbClr val="DBE8E9"/>
                </a:solidFill>
                <a:latin typeface="Arial"/>
                <a:ea typeface="Arial"/>
                <a:cs typeface="Arial"/>
              </a:defRPr>
            </a:lvl4pPr>
            <a:lvl5pPr>
              <a:defRPr sz="1800" b="0">
                <a:solidFill>
                  <a:srgbClr val="DBE8E9"/>
                </a:solidFill>
                <a:latin typeface="Arial"/>
                <a:ea typeface="Arial"/>
                <a:cs typeface="Arial"/>
              </a:defRPr>
            </a:lvl5pPr>
            <a:lvl6pPr>
              <a:defRPr sz="1800" b="0">
                <a:solidFill>
                  <a:srgbClr val="DBE8E9"/>
                </a:solidFill>
                <a:latin typeface="Arial"/>
                <a:ea typeface="Arial"/>
                <a:cs typeface="Arial"/>
              </a:defRPr>
            </a:lvl6pPr>
            <a:lvl7pPr>
              <a:defRPr sz="1800" b="0">
                <a:solidFill>
                  <a:srgbClr val="DBE8E9"/>
                </a:solidFill>
                <a:latin typeface="Arial"/>
                <a:ea typeface="Arial"/>
                <a:cs typeface="Arial"/>
              </a:defRPr>
            </a:lvl7pPr>
            <a:lvl8pPr>
              <a:defRPr sz="1800" b="0">
                <a:solidFill>
                  <a:srgbClr val="DBE8E9"/>
                </a:solidFill>
                <a:latin typeface="Arial"/>
                <a:ea typeface="Arial"/>
                <a:cs typeface="Arial"/>
              </a:defRPr>
            </a:lvl8pPr>
            <a:lvl9pPr>
              <a:defRPr sz="1800" b="0">
                <a:solidFill>
                  <a:srgbClr val="DBE8E9"/>
                </a:solidFill>
                <a:latin typeface="Arial"/>
                <a:ea typeface="Arial"/>
                <a:cs typeface="Arial"/>
              </a:defRPr>
            </a:lvl9pPr>
          </a:lstStyle>
          <a:p xmlns:a="http://schemas.openxmlformats.org/drawingml/2006/main">
            <a:pPr>
              <a:defRPr sz="1800" b="0">
                <a:solidFill>
                  <a:srgbClr val="DBE8E9"/>
                </a:solidFill>
                <a:latin typeface="Arial"/>
                <a:ea typeface="Arial"/>
                <a:cs typeface="Arial"/>
              </a:defRPr>
            </a:pPr>
            <a:r>
              <a:rPr sz="1800" b="0">
                <a:solidFill>
                  <a:srgbClr val="DBE8E9"/>
                </a:solidFill>
                <a:latin typeface="Arial"/>
                <a:ea typeface="Arial"/>
                <a:cs typeface="Arial"/>
              </a:rPr>
              <a:t>Preview counts and totals.</a:t>
            </a:r>
          </a:p>
          <a:p xmlns:a="http://schemas.openxmlformats.org/drawingml/2006/main">
            <a:pPr>
              <a:defRPr sz="1800" b="0">
                <a:solidFill>
                  <a:srgbClr val="DBE8E9"/>
                </a:solidFill>
                <a:latin typeface="Arial"/>
                <a:ea typeface="Arial"/>
                <a:cs typeface="Arial"/>
              </a:defRPr>
            </a:pPr>
            <a:r>
              <a:rPr sz="1800" b="0">
                <a:solidFill>
                  <a:srgbClr val="DBE8E9"/>
                </a:solidFill>
                <a:latin typeface="Arial"/>
                <a:ea typeface="Arial"/>
                <a:cs typeface="Arial"/>
              </a:rPr>
              <a:t>Confirm the file, then approve.</a:t>
            </a:r>
          </a:p>
          <a:p xmlns:a="http://schemas.openxmlformats.org/drawingml/2006/main">
            <a:pPr>
              <a:defRPr sz="1800" b="0">
                <a:solidFill>
                  <a:srgbClr val="DBE8E9"/>
                </a:solidFill>
                <a:latin typeface="Arial"/>
                <a:ea typeface="Arial"/>
                <a:cs typeface="Arial"/>
              </a:defRPr>
            </a:pPr>
            <a:r>
              <a:rPr sz="1800" b="0">
                <a:solidFill>
                  <a:srgbClr val="DBE8E9"/>
                </a:solidFill>
                <a:latin typeface="Arial"/>
                <a:ea typeface="Arial"/>
                <a:cs typeface="Arial"/>
              </a:rPr>
              <a:t>Unlock after replacement.</a:t>
            </a:r>
          </a:p>
        </p:txBody>
      </p:sp>
      <p:pic>
        <p:nvPicPr>
          <p:cNvPr id="9" name="">
            <a:extLst xmlns:a="http://schemas.openxmlformats.org/drawingml/2006/main">
              <a:ext uri="{FF2B5EF4-FFF2-40B4-BE49-F238E27FC236}">
                <a16:creationId xmlns:a16="http://schemas.microsoft.com/office/drawing/2014/main" id="{620E71D5-B21F-46FF-9943-1DE9288D9915}"/>
              </a:ext>
            </a:extLst>
          </p:cNvPr>
          <p:cNvPicPr>
            <a:picLocks xmlns:a="http://schemas.openxmlformats.org/drawingml/2006/main" noChangeAspect="1"/>
          </p:cNvPicPr>
          <p:nvPr/>
        </p:nvPicPr>
        <p:blipFill>
          <a:blip xmlns:r="http://schemas.openxmlformats.org/officeDocument/2006/relationships" xmlns:a="http://schemas.openxmlformats.org/drawingml/2006/main" r:embed="Rd31fada11832488a"/>
          <a:stretch xmlns:a="http://schemas.openxmlformats.org/drawingml/2006/main"/>
        </p:blipFill>
        <p:spPr>
          <a:xfrm xmlns:a="http://schemas.openxmlformats.org/drawingml/2006/main">
            <a:off x="5486400" y="1952625"/>
            <a:ext cx="6172200" cy="4286250"/>
          </a:xfrm>
          <a:prstGeom xmlns:a="http://schemas.openxmlformats.org/drawingml/2006/main" prst="rect">
            <a:avLst/>
          </a:prstGeom>
        </p:spPr>
      </p:pic>
    </p:spTree>
    <p:extLst>
      <p:ext uri="{BB962C8B-B14F-4D97-AF65-F5344CB8AC3E}">
        <p14:creationId xmlns:p14="http://schemas.microsoft.com/office/powerpoint/2010/main" val="572967213"/>
      </p:ext>
    </p:extLst>
  </p:cSld>
</p:sld>
</file>

<file path=ppt/slides/slide10.xml><?xml version="1.0" encoding="utf-8"?>
<p:sld xmlns:p="http://schemas.openxmlformats.org/presentationml/2006/main">
  <p:cSld>
    <p:bg>
      <p:bgPr>
        <a:solidFill xmlns:a="http://schemas.openxmlformats.org/drawingml/2006/main">
          <a:srgbClr val="10263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44DAB36-7CD7-4F84-8AE4-5DE4BB8C79A4}"/>
              </a:ext>
            </a:extLst>
          </p:cNvPr>
          <p:cNvSpPr>
            <a:spLocks xmlns:a="http://schemas.openxmlformats.org/drawingml/2006/main" noGrp="1"/>
          </p:cNvSpPr>
          <p:nvPr/>
        </p:nvSpPr>
        <p:spPr>
          <a:xfrm xmlns:a="http://schemas.openxmlformats.org/drawingml/2006/main">
            <a:off x="533400" y="314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ACE66A"/>
                </a:solidFill>
                <a:latin typeface="Arial"/>
                <a:ea typeface="Arial"/>
                <a:cs typeface="Arial"/>
              </a:defRPr>
            </a:defPPr>
            <a:lvl1pPr>
              <a:defRPr sz="1050" b="1">
                <a:solidFill>
                  <a:srgbClr val="ACE66A"/>
                </a:solidFill>
                <a:latin typeface="Arial"/>
                <a:ea typeface="Arial"/>
                <a:cs typeface="Arial"/>
              </a:defRPr>
            </a:lvl1pPr>
            <a:lvl2pPr>
              <a:defRPr sz="1050" b="1">
                <a:solidFill>
                  <a:srgbClr val="ACE66A"/>
                </a:solidFill>
                <a:latin typeface="Arial"/>
                <a:ea typeface="Arial"/>
                <a:cs typeface="Arial"/>
              </a:defRPr>
            </a:lvl2pPr>
            <a:lvl3pPr>
              <a:defRPr sz="1050" b="1">
                <a:solidFill>
                  <a:srgbClr val="ACE66A"/>
                </a:solidFill>
                <a:latin typeface="Arial"/>
                <a:ea typeface="Arial"/>
                <a:cs typeface="Arial"/>
              </a:defRPr>
            </a:lvl3pPr>
            <a:lvl4pPr>
              <a:defRPr sz="1050" b="1">
                <a:solidFill>
                  <a:srgbClr val="ACE66A"/>
                </a:solidFill>
                <a:latin typeface="Arial"/>
                <a:ea typeface="Arial"/>
                <a:cs typeface="Arial"/>
              </a:defRPr>
            </a:lvl4pPr>
            <a:lvl5pPr>
              <a:defRPr sz="1050" b="1">
                <a:solidFill>
                  <a:srgbClr val="ACE66A"/>
                </a:solidFill>
                <a:latin typeface="Arial"/>
                <a:ea typeface="Arial"/>
                <a:cs typeface="Arial"/>
              </a:defRPr>
            </a:lvl5pPr>
            <a:lvl6pPr>
              <a:defRPr sz="1050" b="1">
                <a:solidFill>
                  <a:srgbClr val="ACE66A"/>
                </a:solidFill>
                <a:latin typeface="Arial"/>
                <a:ea typeface="Arial"/>
                <a:cs typeface="Arial"/>
              </a:defRPr>
            </a:lvl6pPr>
            <a:lvl7pPr>
              <a:defRPr sz="1050" b="1">
                <a:solidFill>
                  <a:srgbClr val="ACE66A"/>
                </a:solidFill>
                <a:latin typeface="Arial"/>
                <a:ea typeface="Arial"/>
                <a:cs typeface="Arial"/>
              </a:defRPr>
            </a:lvl7pPr>
            <a:lvl8pPr>
              <a:defRPr sz="1050" b="1">
                <a:solidFill>
                  <a:srgbClr val="ACE66A"/>
                </a:solidFill>
                <a:latin typeface="Arial"/>
                <a:ea typeface="Arial"/>
                <a:cs typeface="Arial"/>
              </a:defRPr>
            </a:lvl8pPr>
            <a:lvl9pPr>
              <a:defRPr sz="1050" b="1">
                <a:solidFill>
                  <a:srgbClr val="ACE66A"/>
                </a:solidFill>
                <a:latin typeface="Arial"/>
                <a:ea typeface="Arial"/>
                <a:cs typeface="Arial"/>
              </a:defRPr>
            </a:lvl9pPr>
          </a:lstStyle>
          <a:p xmlns:a="http://schemas.openxmlformats.org/drawingml/2006/main">
            <a:pPr>
              <a:defRPr sz="1050" b="1">
                <a:solidFill>
                  <a:srgbClr val="ACE66A"/>
                </a:solidFill>
                <a:latin typeface="Arial"/>
                <a:ea typeface="Arial"/>
                <a:cs typeface="Arial"/>
              </a:defRPr>
            </a:pPr>
            <a:r>
              <a:rPr sz="1050" b="1">
                <a:solidFill>
                  <a:srgbClr val="ACE66A"/>
                </a:solidFill>
                <a:latin typeface="Arial"/>
                <a:ea typeface="Arial"/>
                <a:cs typeface="Arial"/>
              </a:rPr>
              <a:t>NIROB / TOPIC A · VERSION 3.3</a:t>
            </a:r>
          </a:p>
        </p:txBody>
      </p:sp>
      <p:sp>
        <p:nvSpPr>
          <p:cNvPr id="2" name="">
            <a:extLst xmlns:a="http://schemas.openxmlformats.org/drawingml/2006/main">
              <a:ext uri="{FF2B5EF4-FFF2-40B4-BE49-F238E27FC236}">
                <a16:creationId xmlns:a16="http://schemas.microsoft.com/office/drawing/2014/main" id="{E796E241-8BE9-4D1B-9501-162E3081B937}"/>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vl1pPr>
              <a:defRPr sz="3150" b="1">
                <a:solidFill>
                  <a:srgbClr val="FFFFFF"/>
                </a:solidFill>
                <a:latin typeface="Arial"/>
                <a:ea typeface="Arial"/>
                <a:cs typeface="Arial"/>
              </a:defRPr>
            </a:lvl1pPr>
            <a:lvl2pPr>
              <a:defRPr sz="3150" b="1">
                <a:solidFill>
                  <a:srgbClr val="FFFFFF"/>
                </a:solidFill>
                <a:latin typeface="Arial"/>
                <a:ea typeface="Arial"/>
                <a:cs typeface="Arial"/>
              </a:defRPr>
            </a:lvl2pPr>
            <a:lvl3pPr>
              <a:defRPr sz="3150" b="1">
                <a:solidFill>
                  <a:srgbClr val="FFFFFF"/>
                </a:solidFill>
                <a:latin typeface="Arial"/>
                <a:ea typeface="Arial"/>
                <a:cs typeface="Arial"/>
              </a:defRPr>
            </a:lvl3pPr>
            <a:lvl4pPr>
              <a:defRPr sz="3150" b="1">
                <a:solidFill>
                  <a:srgbClr val="FFFFFF"/>
                </a:solidFill>
                <a:latin typeface="Arial"/>
                <a:ea typeface="Arial"/>
                <a:cs typeface="Arial"/>
              </a:defRPr>
            </a:lvl4pPr>
            <a:lvl5pPr>
              <a:defRPr sz="3150" b="1">
                <a:solidFill>
                  <a:srgbClr val="FFFFFF"/>
                </a:solidFill>
                <a:latin typeface="Arial"/>
                <a:ea typeface="Arial"/>
                <a:cs typeface="Arial"/>
              </a:defRPr>
            </a:lvl5pPr>
            <a:lvl6pPr>
              <a:defRPr sz="3150" b="1">
                <a:solidFill>
                  <a:srgbClr val="FFFFFF"/>
                </a:solidFill>
                <a:latin typeface="Arial"/>
                <a:ea typeface="Arial"/>
                <a:cs typeface="Arial"/>
              </a:defRPr>
            </a:lvl6pPr>
            <a:lvl7pPr>
              <a:defRPr sz="3150" b="1">
                <a:solidFill>
                  <a:srgbClr val="FFFFFF"/>
                </a:solidFill>
                <a:latin typeface="Arial"/>
                <a:ea typeface="Arial"/>
                <a:cs typeface="Arial"/>
              </a:defRPr>
            </a:lvl7pPr>
            <a:lvl8pPr>
              <a:defRPr sz="3150" b="1">
                <a:solidFill>
                  <a:srgbClr val="FFFFFF"/>
                </a:solidFill>
                <a:latin typeface="Arial"/>
                <a:ea typeface="Arial"/>
                <a:cs typeface="Arial"/>
              </a:defRPr>
            </a:lvl8pPr>
            <a:lvl9pPr>
              <a:defRPr sz="3150" b="1">
                <a:solidFill>
                  <a:srgbClr val="FFFFFF"/>
                </a:solidFill>
                <a:latin typeface="Arial"/>
                <a:ea typeface="Arial"/>
                <a:cs typeface="Arial"/>
              </a:defRPr>
            </a:lvl9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Local architecture and authorization</a:t>
            </a:r>
          </a:p>
        </p:txBody>
      </p:sp>
      <p:sp>
        <p:nvSpPr>
          <p:cNvPr id="3" name="">
            <a:extLst xmlns:a="http://schemas.openxmlformats.org/drawingml/2006/main">
              <a:ext uri="{FF2B5EF4-FFF2-40B4-BE49-F238E27FC236}">
                <a16:creationId xmlns:a16="http://schemas.microsoft.com/office/drawing/2014/main" id="{21F939CD-6B97-4761-B89D-0C89C62244E6}"/>
              </a:ext>
            </a:extLst>
          </p:cNvPr>
          <p:cNvSpPr>
            <a:spLocks xmlns:a="http://schemas.openxmlformats.org/drawingml/2006/main" noGrp="1"/>
          </p:cNvSpPr>
          <p:nvPr/>
        </p:nvSpPr>
        <p:spPr>
          <a:xfrm xmlns:a="http://schemas.openxmlformats.org/drawingml/2006/main">
            <a:off x="533400" y="644842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defRPr sz="975" b="0">
                <a:solidFill>
                  <a:srgbClr val="9FB7BC"/>
                </a:solidFill>
                <a:latin typeface="Arial"/>
                <a:ea typeface="Arial"/>
                <a:cs typeface="Arial"/>
              </a:defRPr>
            </a:lvl1pPr>
            <a:lvl2pPr>
              <a:defRPr sz="975" b="0">
                <a:solidFill>
                  <a:srgbClr val="9FB7BC"/>
                </a:solidFill>
                <a:latin typeface="Arial"/>
                <a:ea typeface="Arial"/>
                <a:cs typeface="Arial"/>
              </a:defRPr>
            </a:lvl2pPr>
            <a:lvl3pPr>
              <a:defRPr sz="975" b="0">
                <a:solidFill>
                  <a:srgbClr val="9FB7BC"/>
                </a:solidFill>
                <a:latin typeface="Arial"/>
                <a:ea typeface="Arial"/>
                <a:cs typeface="Arial"/>
              </a:defRPr>
            </a:lvl3pPr>
            <a:lvl4pPr>
              <a:defRPr sz="975" b="0">
                <a:solidFill>
                  <a:srgbClr val="9FB7BC"/>
                </a:solidFill>
                <a:latin typeface="Arial"/>
                <a:ea typeface="Arial"/>
                <a:cs typeface="Arial"/>
              </a:defRPr>
            </a:lvl4pPr>
            <a:lvl5pPr>
              <a:defRPr sz="975" b="0">
                <a:solidFill>
                  <a:srgbClr val="9FB7BC"/>
                </a:solidFill>
                <a:latin typeface="Arial"/>
                <a:ea typeface="Arial"/>
                <a:cs typeface="Arial"/>
              </a:defRPr>
            </a:lvl5pPr>
            <a:lvl6pPr>
              <a:defRPr sz="975" b="0">
                <a:solidFill>
                  <a:srgbClr val="9FB7BC"/>
                </a:solidFill>
                <a:latin typeface="Arial"/>
                <a:ea typeface="Arial"/>
                <a:cs typeface="Arial"/>
              </a:defRPr>
            </a:lvl6pPr>
            <a:lvl7pPr>
              <a:defRPr sz="975" b="0">
                <a:solidFill>
                  <a:srgbClr val="9FB7BC"/>
                </a:solidFill>
                <a:latin typeface="Arial"/>
                <a:ea typeface="Arial"/>
                <a:cs typeface="Arial"/>
              </a:defRPr>
            </a:lvl7pPr>
            <a:lvl8pPr>
              <a:defRPr sz="975" b="0">
                <a:solidFill>
                  <a:srgbClr val="9FB7BC"/>
                </a:solidFill>
                <a:latin typeface="Arial"/>
                <a:ea typeface="Arial"/>
                <a:cs typeface="Arial"/>
              </a:defRPr>
            </a:lvl8pPr>
            <a:lvl9pPr>
              <a:defRPr sz="975" b="0">
                <a:solidFill>
                  <a:srgbClr val="9FB7BC"/>
                </a:solidFill>
                <a:latin typeface="Arial"/>
                <a:ea typeface="Arial"/>
                <a:cs typeface="Arial"/>
              </a:defRPr>
            </a:lvl9pPr>
          </a:lstStyle>
          <a:p xmlns:a="http://schemas.openxmlformats.org/drawingml/2006/main">
            <a:pPr>
              <a:defRPr sz="975" b="0">
                <a:solidFill>
                  <a:srgbClr val="9FB7BC"/>
                </a:solidFill>
                <a:latin typeface="Arial"/>
                <a:ea typeface="Arial"/>
                <a:cs typeface="Arial"/>
              </a:defRPr>
            </a:pPr>
            <a:r>
              <a:rPr sz="975" b="0">
                <a:solidFill>
                  <a:srgbClr val="9FB7BC"/>
                </a:solidFill>
                <a:latin typeface="Arial"/>
                <a:ea typeface="Arial"/>
                <a:cs typeface="Arial"/>
              </a:rPr>
              <a:t>Synthetic accounts · Local AI · Your final approval</a:t>
            </a:r>
          </a:p>
        </p:txBody>
      </p:sp>
      <p:sp>
        <p:nvSpPr>
          <p:cNvPr id="4" name="">
            <a:extLst xmlns:a="http://schemas.openxmlformats.org/drawingml/2006/main">
              <a:ext uri="{FF2B5EF4-FFF2-40B4-BE49-F238E27FC236}">
                <a16:creationId xmlns:a16="http://schemas.microsoft.com/office/drawing/2014/main" id="{C5AEB7D6-B780-4BE6-9243-5F0FDAE82049}"/>
              </a:ext>
            </a:extLst>
          </p:cNvPr>
          <p:cNvSpPr>
            <a:spLocks xmlns:a="http://schemas.openxmlformats.org/drawingml/2006/main" noGrp="1"/>
          </p:cNvSpPr>
          <p:nvPr/>
        </p:nvSpPr>
        <p:spPr>
          <a:xfrm xmlns:a="http://schemas.openxmlformats.org/drawingml/2006/main">
            <a:off x="1133475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defRPr sz="975" b="0">
                <a:solidFill>
                  <a:srgbClr val="9FB7BC"/>
                </a:solidFill>
                <a:latin typeface="Arial"/>
                <a:ea typeface="Arial"/>
                <a:cs typeface="Arial"/>
              </a:defRPr>
            </a:lvl1pPr>
            <a:lvl2pPr>
              <a:defRPr sz="975" b="0">
                <a:solidFill>
                  <a:srgbClr val="9FB7BC"/>
                </a:solidFill>
                <a:latin typeface="Arial"/>
                <a:ea typeface="Arial"/>
                <a:cs typeface="Arial"/>
              </a:defRPr>
            </a:lvl2pPr>
            <a:lvl3pPr>
              <a:defRPr sz="975" b="0">
                <a:solidFill>
                  <a:srgbClr val="9FB7BC"/>
                </a:solidFill>
                <a:latin typeface="Arial"/>
                <a:ea typeface="Arial"/>
                <a:cs typeface="Arial"/>
              </a:defRPr>
            </a:lvl3pPr>
            <a:lvl4pPr>
              <a:defRPr sz="975" b="0">
                <a:solidFill>
                  <a:srgbClr val="9FB7BC"/>
                </a:solidFill>
                <a:latin typeface="Arial"/>
                <a:ea typeface="Arial"/>
                <a:cs typeface="Arial"/>
              </a:defRPr>
            </a:lvl4pPr>
            <a:lvl5pPr>
              <a:defRPr sz="975" b="0">
                <a:solidFill>
                  <a:srgbClr val="9FB7BC"/>
                </a:solidFill>
                <a:latin typeface="Arial"/>
                <a:ea typeface="Arial"/>
                <a:cs typeface="Arial"/>
              </a:defRPr>
            </a:lvl5pPr>
            <a:lvl6pPr>
              <a:defRPr sz="975" b="0">
                <a:solidFill>
                  <a:srgbClr val="9FB7BC"/>
                </a:solidFill>
                <a:latin typeface="Arial"/>
                <a:ea typeface="Arial"/>
                <a:cs typeface="Arial"/>
              </a:defRPr>
            </a:lvl6pPr>
            <a:lvl7pPr>
              <a:defRPr sz="975" b="0">
                <a:solidFill>
                  <a:srgbClr val="9FB7BC"/>
                </a:solidFill>
                <a:latin typeface="Arial"/>
                <a:ea typeface="Arial"/>
                <a:cs typeface="Arial"/>
              </a:defRPr>
            </a:lvl7pPr>
            <a:lvl8pPr>
              <a:defRPr sz="975" b="0">
                <a:solidFill>
                  <a:srgbClr val="9FB7BC"/>
                </a:solidFill>
                <a:latin typeface="Arial"/>
                <a:ea typeface="Arial"/>
                <a:cs typeface="Arial"/>
              </a:defRPr>
            </a:lvl8pPr>
            <a:lvl9pPr>
              <a:defRPr sz="975" b="0">
                <a:solidFill>
                  <a:srgbClr val="9FB7BC"/>
                </a:solidFill>
                <a:latin typeface="Arial"/>
                <a:ea typeface="Arial"/>
                <a:cs typeface="Arial"/>
              </a:defRPr>
            </a:lvl9pPr>
          </a:lstStyle>
          <a:p xmlns:a="http://schemas.openxmlformats.org/drawingml/2006/main">
            <a:pPr>
              <a:defRPr sz="975" b="0">
                <a:solidFill>
                  <a:srgbClr val="9FB7BC"/>
                </a:solidFill>
                <a:latin typeface="Arial"/>
                <a:ea typeface="Arial"/>
                <a:cs typeface="Arial"/>
              </a:defRPr>
            </a:pPr>
            <a:r>
              <a:rPr sz="975" b="0">
                <a:solidFill>
                  <a:srgbClr val="9FB7BC"/>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9B8F240C-3CE4-49AA-B29F-017B3E714C07}"/>
              </a:ext>
            </a:extLst>
          </p:cNvPr>
          <p:cNvSpPr>
            <a:spLocks xmlns:a="http://schemas.openxmlformats.org/drawingml/2006/main" noGrp="1"/>
          </p:cNvSpPr>
          <p:nvPr/>
        </p:nvSpPr>
        <p:spPr>
          <a:xfrm xmlns:a="http://schemas.openxmlformats.org/drawingml/2006/main">
            <a:off x="533400" y="204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defRPr sz="2025" b="1">
                <a:solidFill>
                  <a:srgbClr val="ACE66A"/>
                </a:solidFill>
                <a:latin typeface="Arial"/>
                <a:ea typeface="Arial"/>
                <a:cs typeface="Arial"/>
              </a:defRPr>
            </a:lvl1pPr>
            <a:lvl2pPr>
              <a:defRPr sz="2025" b="1">
                <a:solidFill>
                  <a:srgbClr val="ACE66A"/>
                </a:solidFill>
                <a:latin typeface="Arial"/>
                <a:ea typeface="Arial"/>
                <a:cs typeface="Arial"/>
              </a:defRPr>
            </a:lvl2pPr>
            <a:lvl3pPr>
              <a:defRPr sz="2025" b="1">
                <a:solidFill>
                  <a:srgbClr val="ACE66A"/>
                </a:solidFill>
                <a:latin typeface="Arial"/>
                <a:ea typeface="Arial"/>
                <a:cs typeface="Arial"/>
              </a:defRPr>
            </a:lvl3pPr>
            <a:lvl4pPr>
              <a:defRPr sz="2025" b="1">
                <a:solidFill>
                  <a:srgbClr val="ACE66A"/>
                </a:solidFill>
                <a:latin typeface="Arial"/>
                <a:ea typeface="Arial"/>
                <a:cs typeface="Arial"/>
              </a:defRPr>
            </a:lvl4pPr>
            <a:lvl5pPr>
              <a:defRPr sz="2025" b="1">
                <a:solidFill>
                  <a:srgbClr val="ACE66A"/>
                </a:solidFill>
                <a:latin typeface="Arial"/>
                <a:ea typeface="Arial"/>
                <a:cs typeface="Arial"/>
              </a:defRPr>
            </a:lvl5pPr>
            <a:lvl6pPr>
              <a:defRPr sz="2025" b="1">
                <a:solidFill>
                  <a:srgbClr val="ACE66A"/>
                </a:solidFill>
                <a:latin typeface="Arial"/>
                <a:ea typeface="Arial"/>
                <a:cs typeface="Arial"/>
              </a:defRPr>
            </a:lvl6pPr>
            <a:lvl7pPr>
              <a:defRPr sz="2025" b="1">
                <a:solidFill>
                  <a:srgbClr val="ACE66A"/>
                </a:solidFill>
                <a:latin typeface="Arial"/>
                <a:ea typeface="Arial"/>
                <a:cs typeface="Arial"/>
              </a:defRPr>
            </a:lvl7pPr>
            <a:lvl8pPr>
              <a:defRPr sz="2025" b="1">
                <a:solidFill>
                  <a:srgbClr val="ACE66A"/>
                </a:solidFill>
                <a:latin typeface="Arial"/>
                <a:ea typeface="Arial"/>
                <a:cs typeface="Arial"/>
              </a:defRPr>
            </a:lvl8pPr>
            <a:lvl9pPr>
              <a:defRPr sz="2025" b="1">
                <a:solidFill>
                  <a:srgbClr val="ACE66A"/>
                </a:solidFill>
                <a:latin typeface="Arial"/>
                <a:ea typeface="Arial"/>
                <a:cs typeface="Arial"/>
              </a:defRPr>
            </a:lvl9pPr>
          </a:lstStyle>
          <a:p xmlns:a="http://schemas.openxmlformats.org/drawingml/2006/main">
            <a:pPr>
              <a:defRPr sz="2025" b="1">
                <a:solidFill>
                  <a:srgbClr val="ACE66A"/>
                </a:solidFill>
                <a:latin typeface="Arial"/>
                <a:ea typeface="Arial"/>
                <a:cs typeface="Arial"/>
              </a:defRPr>
            </a:pPr>
            <a:r>
              <a:rPr sz="2025" b="1">
                <a:solidFill>
                  <a:srgbClr val="ACE66A"/>
                </a:solidFill>
                <a:latin typeface="Arial"/>
                <a:ea typeface="Arial"/>
                <a:cs typeface="Arial"/>
              </a:rPr>
              <a:t>Conversation and permitted tools</a:t>
            </a:r>
          </a:p>
        </p:txBody>
      </p:sp>
      <p:sp>
        <p:nvSpPr>
          <p:cNvPr id="6" name="">
            <a:extLst xmlns:a="http://schemas.openxmlformats.org/drawingml/2006/main">
              <a:ext uri="{FF2B5EF4-FFF2-40B4-BE49-F238E27FC236}">
                <a16:creationId xmlns:a16="http://schemas.microsoft.com/office/drawing/2014/main" id="{2BABF254-A6D8-497A-AF54-9CB46EF6237B}"/>
              </a:ext>
            </a:extLst>
          </p:cNvPr>
          <p:cNvSpPr>
            <a:spLocks xmlns:a="http://schemas.openxmlformats.org/drawingml/2006/main" noGrp="1"/>
          </p:cNvSpPr>
          <p:nvPr/>
        </p:nvSpPr>
        <p:spPr>
          <a:xfrm xmlns:a="http://schemas.openxmlformats.org/drawingml/2006/main">
            <a:off x="533400" y="2476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BE8E9"/>
                </a:solidFill>
                <a:latin typeface="Arial"/>
                <a:ea typeface="Arial"/>
                <a:cs typeface="Arial"/>
              </a:defRPr>
            </a:defPPr>
            <a:lvl1pPr>
              <a:defRPr sz="1800" b="0">
                <a:solidFill>
                  <a:srgbClr val="DBE8E9"/>
                </a:solidFill>
                <a:latin typeface="Arial"/>
                <a:ea typeface="Arial"/>
                <a:cs typeface="Arial"/>
              </a:defRPr>
            </a:lvl1pPr>
            <a:lvl2pPr>
              <a:defRPr sz="1800" b="0">
                <a:solidFill>
                  <a:srgbClr val="DBE8E9"/>
                </a:solidFill>
                <a:latin typeface="Arial"/>
                <a:ea typeface="Arial"/>
                <a:cs typeface="Arial"/>
              </a:defRPr>
            </a:lvl2pPr>
            <a:lvl3pPr>
              <a:defRPr sz="1800" b="0">
                <a:solidFill>
                  <a:srgbClr val="DBE8E9"/>
                </a:solidFill>
                <a:latin typeface="Arial"/>
                <a:ea typeface="Arial"/>
                <a:cs typeface="Arial"/>
              </a:defRPr>
            </a:lvl3pPr>
            <a:lvl4pPr>
              <a:defRPr sz="1800" b="0">
                <a:solidFill>
                  <a:srgbClr val="DBE8E9"/>
                </a:solidFill>
                <a:latin typeface="Arial"/>
                <a:ea typeface="Arial"/>
                <a:cs typeface="Arial"/>
              </a:defRPr>
            </a:lvl4pPr>
            <a:lvl5pPr>
              <a:defRPr sz="1800" b="0">
                <a:solidFill>
                  <a:srgbClr val="DBE8E9"/>
                </a:solidFill>
                <a:latin typeface="Arial"/>
                <a:ea typeface="Arial"/>
                <a:cs typeface="Arial"/>
              </a:defRPr>
            </a:lvl5pPr>
            <a:lvl6pPr>
              <a:defRPr sz="1800" b="0">
                <a:solidFill>
                  <a:srgbClr val="DBE8E9"/>
                </a:solidFill>
                <a:latin typeface="Arial"/>
                <a:ea typeface="Arial"/>
                <a:cs typeface="Arial"/>
              </a:defRPr>
            </a:lvl6pPr>
            <a:lvl7pPr>
              <a:defRPr sz="1800" b="0">
                <a:solidFill>
                  <a:srgbClr val="DBE8E9"/>
                </a:solidFill>
                <a:latin typeface="Arial"/>
                <a:ea typeface="Arial"/>
                <a:cs typeface="Arial"/>
              </a:defRPr>
            </a:lvl7pPr>
            <a:lvl8pPr>
              <a:defRPr sz="1800" b="0">
                <a:solidFill>
                  <a:srgbClr val="DBE8E9"/>
                </a:solidFill>
                <a:latin typeface="Arial"/>
                <a:ea typeface="Arial"/>
                <a:cs typeface="Arial"/>
              </a:defRPr>
            </a:lvl8pPr>
            <a:lvl9pPr>
              <a:defRPr sz="1800" b="0">
                <a:solidFill>
                  <a:srgbClr val="DBE8E9"/>
                </a:solidFill>
                <a:latin typeface="Arial"/>
                <a:ea typeface="Arial"/>
                <a:cs typeface="Arial"/>
              </a:defRPr>
            </a:lvl9pPr>
          </a:lstStyle>
          <a:p xmlns:a="http://schemas.openxmlformats.org/drawingml/2006/main">
            <a:pPr>
              <a:defRPr sz="1800" b="0">
                <a:solidFill>
                  <a:srgbClr val="DBE8E9"/>
                </a:solidFill>
                <a:latin typeface="Arial"/>
                <a:ea typeface="Arial"/>
                <a:cs typeface="Arial"/>
              </a:defRPr>
            </a:pPr>
            <a:r>
              <a:rPr sz="1800" b="0">
                <a:solidFill>
                  <a:srgbClr val="DBE8E9"/>
                </a:solidFill>
                <a:latin typeface="Arial"/>
                <a:ea typeface="Arial"/>
                <a:cs typeface="Arial"/>
              </a:rPr>
              <a:t>Browser chat → local model and bounded planner → deterministic financial tools</a:t>
            </a:r>
          </a:p>
        </p:txBody>
      </p:sp>
      <p:sp>
        <p:nvSpPr>
          <p:cNvPr id="7" name="">
            <a:extLst xmlns:a="http://schemas.openxmlformats.org/drawingml/2006/main">
              <a:ext uri="{FF2B5EF4-FFF2-40B4-BE49-F238E27FC236}">
                <a16:creationId xmlns:a16="http://schemas.microsoft.com/office/drawing/2014/main" id="{55B88E2B-684B-4931-B2BD-A67B488F1A85}"/>
              </a:ext>
            </a:extLst>
          </p:cNvPr>
          <p:cNvSpPr>
            <a:spLocks xmlns:a="http://schemas.openxmlformats.org/drawingml/2006/main" noGrp="1"/>
          </p:cNvSpPr>
          <p:nvPr/>
        </p:nvSpPr>
        <p:spPr>
          <a:xfrm xmlns:a="http://schemas.openxmlformats.org/drawingml/2006/main">
            <a:off x="533400" y="3286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defRPr sz="2025" b="1">
                <a:solidFill>
                  <a:srgbClr val="ACE66A"/>
                </a:solidFill>
                <a:latin typeface="Arial"/>
                <a:ea typeface="Arial"/>
                <a:cs typeface="Arial"/>
              </a:defRPr>
            </a:lvl1pPr>
            <a:lvl2pPr>
              <a:defRPr sz="2025" b="1">
                <a:solidFill>
                  <a:srgbClr val="ACE66A"/>
                </a:solidFill>
                <a:latin typeface="Arial"/>
                <a:ea typeface="Arial"/>
                <a:cs typeface="Arial"/>
              </a:defRPr>
            </a:lvl2pPr>
            <a:lvl3pPr>
              <a:defRPr sz="2025" b="1">
                <a:solidFill>
                  <a:srgbClr val="ACE66A"/>
                </a:solidFill>
                <a:latin typeface="Arial"/>
                <a:ea typeface="Arial"/>
                <a:cs typeface="Arial"/>
              </a:defRPr>
            </a:lvl3pPr>
            <a:lvl4pPr>
              <a:defRPr sz="2025" b="1">
                <a:solidFill>
                  <a:srgbClr val="ACE66A"/>
                </a:solidFill>
                <a:latin typeface="Arial"/>
                <a:ea typeface="Arial"/>
                <a:cs typeface="Arial"/>
              </a:defRPr>
            </a:lvl4pPr>
            <a:lvl5pPr>
              <a:defRPr sz="2025" b="1">
                <a:solidFill>
                  <a:srgbClr val="ACE66A"/>
                </a:solidFill>
                <a:latin typeface="Arial"/>
                <a:ea typeface="Arial"/>
                <a:cs typeface="Arial"/>
              </a:defRPr>
            </a:lvl5pPr>
            <a:lvl6pPr>
              <a:defRPr sz="2025" b="1">
                <a:solidFill>
                  <a:srgbClr val="ACE66A"/>
                </a:solidFill>
                <a:latin typeface="Arial"/>
                <a:ea typeface="Arial"/>
                <a:cs typeface="Arial"/>
              </a:defRPr>
            </a:lvl6pPr>
            <a:lvl7pPr>
              <a:defRPr sz="2025" b="1">
                <a:solidFill>
                  <a:srgbClr val="ACE66A"/>
                </a:solidFill>
                <a:latin typeface="Arial"/>
                <a:ea typeface="Arial"/>
                <a:cs typeface="Arial"/>
              </a:defRPr>
            </a:lvl7pPr>
            <a:lvl8pPr>
              <a:defRPr sz="2025" b="1">
                <a:solidFill>
                  <a:srgbClr val="ACE66A"/>
                </a:solidFill>
                <a:latin typeface="Arial"/>
                <a:ea typeface="Arial"/>
                <a:cs typeface="Arial"/>
              </a:defRPr>
            </a:lvl8pPr>
            <a:lvl9pPr>
              <a:defRPr sz="2025" b="1">
                <a:solidFill>
                  <a:srgbClr val="ACE66A"/>
                </a:solidFill>
                <a:latin typeface="Arial"/>
                <a:ea typeface="Arial"/>
                <a:cs typeface="Arial"/>
              </a:defRPr>
            </a:lvl9pPr>
          </a:lstStyle>
          <a:p xmlns:a="http://schemas.openxmlformats.org/drawingml/2006/main">
            <a:pPr>
              <a:defRPr sz="2025" b="1">
                <a:solidFill>
                  <a:srgbClr val="ACE66A"/>
                </a:solidFill>
                <a:latin typeface="Arial"/>
                <a:ea typeface="Arial"/>
                <a:cs typeface="Arial"/>
              </a:defRPr>
            </a:pPr>
            <a:r>
              <a:rPr sz="2025" b="1">
                <a:solidFill>
                  <a:srgbClr val="ACE66A"/>
                </a:solidFill>
                <a:latin typeface="Arial"/>
                <a:ea typeface="Arial"/>
                <a:cs typeface="Arial"/>
              </a:rPr>
              <a:t>Approval and ledger</a:t>
            </a:r>
          </a:p>
        </p:txBody>
      </p:sp>
      <p:sp>
        <p:nvSpPr>
          <p:cNvPr id="8" name="">
            <a:extLst xmlns:a="http://schemas.openxmlformats.org/drawingml/2006/main">
              <a:ext uri="{FF2B5EF4-FFF2-40B4-BE49-F238E27FC236}">
                <a16:creationId xmlns:a16="http://schemas.microsoft.com/office/drawing/2014/main" id="{BB09BBFF-E0DB-415D-96AA-59B2AFB66F61}"/>
              </a:ext>
            </a:extLst>
          </p:cNvPr>
          <p:cNvSpPr>
            <a:spLocks xmlns:a="http://schemas.openxmlformats.org/drawingml/2006/main" noGrp="1"/>
          </p:cNvSpPr>
          <p:nvPr/>
        </p:nvSpPr>
        <p:spPr>
          <a:xfrm xmlns:a="http://schemas.openxmlformats.org/drawingml/2006/main">
            <a:off x="533400" y="37147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BE8E9"/>
                </a:solidFill>
                <a:latin typeface="Arial"/>
                <a:ea typeface="Arial"/>
                <a:cs typeface="Arial"/>
              </a:defRPr>
            </a:defPPr>
            <a:lvl1pPr>
              <a:defRPr sz="1800" b="0">
                <a:solidFill>
                  <a:srgbClr val="DBE8E9"/>
                </a:solidFill>
                <a:latin typeface="Arial"/>
                <a:ea typeface="Arial"/>
                <a:cs typeface="Arial"/>
              </a:defRPr>
            </a:lvl1pPr>
            <a:lvl2pPr>
              <a:defRPr sz="1800" b="0">
                <a:solidFill>
                  <a:srgbClr val="DBE8E9"/>
                </a:solidFill>
                <a:latin typeface="Arial"/>
                <a:ea typeface="Arial"/>
                <a:cs typeface="Arial"/>
              </a:defRPr>
            </a:lvl2pPr>
            <a:lvl3pPr>
              <a:defRPr sz="1800" b="0">
                <a:solidFill>
                  <a:srgbClr val="DBE8E9"/>
                </a:solidFill>
                <a:latin typeface="Arial"/>
                <a:ea typeface="Arial"/>
                <a:cs typeface="Arial"/>
              </a:defRPr>
            </a:lvl3pPr>
            <a:lvl4pPr>
              <a:defRPr sz="1800" b="0">
                <a:solidFill>
                  <a:srgbClr val="DBE8E9"/>
                </a:solidFill>
                <a:latin typeface="Arial"/>
                <a:ea typeface="Arial"/>
                <a:cs typeface="Arial"/>
              </a:defRPr>
            </a:lvl4pPr>
            <a:lvl5pPr>
              <a:defRPr sz="1800" b="0">
                <a:solidFill>
                  <a:srgbClr val="DBE8E9"/>
                </a:solidFill>
                <a:latin typeface="Arial"/>
                <a:ea typeface="Arial"/>
                <a:cs typeface="Arial"/>
              </a:defRPr>
            </a:lvl5pPr>
            <a:lvl6pPr>
              <a:defRPr sz="1800" b="0">
                <a:solidFill>
                  <a:srgbClr val="DBE8E9"/>
                </a:solidFill>
                <a:latin typeface="Arial"/>
                <a:ea typeface="Arial"/>
                <a:cs typeface="Arial"/>
              </a:defRPr>
            </a:lvl6pPr>
            <a:lvl7pPr>
              <a:defRPr sz="1800" b="0">
                <a:solidFill>
                  <a:srgbClr val="DBE8E9"/>
                </a:solidFill>
                <a:latin typeface="Arial"/>
                <a:ea typeface="Arial"/>
                <a:cs typeface="Arial"/>
              </a:defRPr>
            </a:lvl7pPr>
            <a:lvl8pPr>
              <a:defRPr sz="1800" b="0">
                <a:solidFill>
                  <a:srgbClr val="DBE8E9"/>
                </a:solidFill>
                <a:latin typeface="Arial"/>
                <a:ea typeface="Arial"/>
                <a:cs typeface="Arial"/>
              </a:defRPr>
            </a:lvl8pPr>
            <a:lvl9pPr>
              <a:defRPr sz="1800" b="0">
                <a:solidFill>
                  <a:srgbClr val="DBE8E9"/>
                </a:solidFill>
                <a:latin typeface="Arial"/>
                <a:ea typeface="Arial"/>
                <a:cs typeface="Arial"/>
              </a:defRPr>
            </a:lvl9pPr>
          </a:lstStyle>
          <a:p xmlns:a="http://schemas.openxmlformats.org/drawingml/2006/main">
            <a:pPr>
              <a:defRPr sz="1800" b="0">
                <a:solidFill>
                  <a:srgbClr val="DBE8E9"/>
                </a:solidFill>
                <a:latin typeface="Arial"/>
                <a:ea typeface="Arial"/>
                <a:cs typeface="Arial"/>
              </a:defRPr>
            </a:pPr>
            <a:r>
              <a:rPr sz="1800" b="0">
                <a:solidFill>
                  <a:srgbClr val="DBE8E9"/>
                </a:solidFill>
                <a:latin typeface="Arial"/>
                <a:ea typeface="Arial"/>
                <a:cs typeface="Arial"/>
              </a:rPr>
              <a:t>Draft → Guardian → transaction-bound passkey verification → SQLite posting</a:t>
            </a:r>
          </a:p>
        </p:txBody>
      </p:sp>
      <p:sp>
        <p:nvSpPr>
          <p:cNvPr id="9" name="">
            <a:extLst xmlns:a="http://schemas.openxmlformats.org/drawingml/2006/main">
              <a:ext uri="{FF2B5EF4-FFF2-40B4-BE49-F238E27FC236}">
                <a16:creationId xmlns:a16="http://schemas.microsoft.com/office/drawing/2014/main" id="{14548BF7-C070-4F59-A8B8-50A0EBD6B5ED}"/>
              </a:ext>
            </a:extLst>
          </p:cNvPr>
          <p:cNvSpPr>
            <a:spLocks xmlns:a="http://schemas.openxmlformats.org/drawingml/2006/main" noGrp="1"/>
          </p:cNvSpPr>
          <p:nvPr/>
        </p:nvSpPr>
        <p:spPr>
          <a:xfrm xmlns:a="http://schemas.openxmlformats.org/drawingml/2006/main">
            <a:off x="533400" y="45243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defRPr sz="2025" b="1">
                <a:solidFill>
                  <a:srgbClr val="ACE66A"/>
                </a:solidFill>
                <a:latin typeface="Arial"/>
                <a:ea typeface="Arial"/>
                <a:cs typeface="Arial"/>
              </a:defRPr>
            </a:lvl1pPr>
            <a:lvl2pPr>
              <a:defRPr sz="2025" b="1">
                <a:solidFill>
                  <a:srgbClr val="ACE66A"/>
                </a:solidFill>
                <a:latin typeface="Arial"/>
                <a:ea typeface="Arial"/>
                <a:cs typeface="Arial"/>
              </a:defRPr>
            </a:lvl2pPr>
            <a:lvl3pPr>
              <a:defRPr sz="2025" b="1">
                <a:solidFill>
                  <a:srgbClr val="ACE66A"/>
                </a:solidFill>
                <a:latin typeface="Arial"/>
                <a:ea typeface="Arial"/>
                <a:cs typeface="Arial"/>
              </a:defRPr>
            </a:lvl3pPr>
            <a:lvl4pPr>
              <a:defRPr sz="2025" b="1">
                <a:solidFill>
                  <a:srgbClr val="ACE66A"/>
                </a:solidFill>
                <a:latin typeface="Arial"/>
                <a:ea typeface="Arial"/>
                <a:cs typeface="Arial"/>
              </a:defRPr>
            </a:lvl4pPr>
            <a:lvl5pPr>
              <a:defRPr sz="2025" b="1">
                <a:solidFill>
                  <a:srgbClr val="ACE66A"/>
                </a:solidFill>
                <a:latin typeface="Arial"/>
                <a:ea typeface="Arial"/>
                <a:cs typeface="Arial"/>
              </a:defRPr>
            </a:lvl5pPr>
            <a:lvl6pPr>
              <a:defRPr sz="2025" b="1">
                <a:solidFill>
                  <a:srgbClr val="ACE66A"/>
                </a:solidFill>
                <a:latin typeface="Arial"/>
                <a:ea typeface="Arial"/>
                <a:cs typeface="Arial"/>
              </a:defRPr>
            </a:lvl6pPr>
            <a:lvl7pPr>
              <a:defRPr sz="2025" b="1">
                <a:solidFill>
                  <a:srgbClr val="ACE66A"/>
                </a:solidFill>
                <a:latin typeface="Arial"/>
                <a:ea typeface="Arial"/>
                <a:cs typeface="Arial"/>
              </a:defRPr>
            </a:lvl7pPr>
            <a:lvl8pPr>
              <a:defRPr sz="2025" b="1">
                <a:solidFill>
                  <a:srgbClr val="ACE66A"/>
                </a:solidFill>
                <a:latin typeface="Arial"/>
                <a:ea typeface="Arial"/>
                <a:cs typeface="Arial"/>
              </a:defRPr>
            </a:lvl8pPr>
            <a:lvl9pPr>
              <a:defRPr sz="2025" b="1">
                <a:solidFill>
                  <a:srgbClr val="ACE66A"/>
                </a:solidFill>
                <a:latin typeface="Arial"/>
                <a:ea typeface="Arial"/>
                <a:cs typeface="Arial"/>
              </a:defRPr>
            </a:lvl9pPr>
          </a:lstStyle>
          <a:p xmlns:a="http://schemas.openxmlformats.org/drawingml/2006/main">
            <a:pPr>
              <a:defRPr sz="2025" b="1">
                <a:solidFill>
                  <a:srgbClr val="ACE66A"/>
                </a:solidFill>
                <a:latin typeface="Arial"/>
                <a:ea typeface="Arial"/>
                <a:cs typeface="Arial"/>
              </a:defRPr>
            </a:pPr>
            <a:r>
              <a:rPr sz="2025" b="1">
                <a:solidFill>
                  <a:srgbClr val="ACE66A"/>
                </a:solidFill>
                <a:latin typeface="Arial"/>
                <a:ea typeface="Arial"/>
                <a:cs typeface="Arial"/>
              </a:rPr>
              <a:t>Evidence and data controls</a:t>
            </a:r>
          </a:p>
        </p:txBody>
      </p:sp>
      <p:sp>
        <p:nvSpPr>
          <p:cNvPr id="10" name="">
            <a:extLst xmlns:a="http://schemas.openxmlformats.org/drawingml/2006/main">
              <a:ext uri="{FF2B5EF4-FFF2-40B4-BE49-F238E27FC236}">
                <a16:creationId xmlns:a16="http://schemas.microsoft.com/office/drawing/2014/main" id="{7C1C5583-DC4A-4758-B034-A25DF6458136}"/>
              </a:ext>
            </a:extLst>
          </p:cNvPr>
          <p:cNvSpPr>
            <a:spLocks xmlns:a="http://schemas.openxmlformats.org/drawingml/2006/main" noGrp="1"/>
          </p:cNvSpPr>
          <p:nvPr/>
        </p:nvSpPr>
        <p:spPr>
          <a:xfrm xmlns:a="http://schemas.openxmlformats.org/drawingml/2006/main">
            <a:off x="533400" y="49530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BE8E9"/>
                </a:solidFill>
                <a:latin typeface="Arial"/>
                <a:ea typeface="Arial"/>
                <a:cs typeface="Arial"/>
              </a:defRPr>
            </a:defPPr>
            <a:lvl1pPr>
              <a:defRPr sz="1800" b="0">
                <a:solidFill>
                  <a:srgbClr val="DBE8E9"/>
                </a:solidFill>
                <a:latin typeface="Arial"/>
                <a:ea typeface="Arial"/>
                <a:cs typeface="Arial"/>
              </a:defRPr>
            </a:lvl1pPr>
            <a:lvl2pPr>
              <a:defRPr sz="1800" b="0">
                <a:solidFill>
                  <a:srgbClr val="DBE8E9"/>
                </a:solidFill>
                <a:latin typeface="Arial"/>
                <a:ea typeface="Arial"/>
                <a:cs typeface="Arial"/>
              </a:defRPr>
            </a:lvl2pPr>
            <a:lvl3pPr>
              <a:defRPr sz="1800" b="0">
                <a:solidFill>
                  <a:srgbClr val="DBE8E9"/>
                </a:solidFill>
                <a:latin typeface="Arial"/>
                <a:ea typeface="Arial"/>
                <a:cs typeface="Arial"/>
              </a:defRPr>
            </a:lvl3pPr>
            <a:lvl4pPr>
              <a:defRPr sz="1800" b="0">
                <a:solidFill>
                  <a:srgbClr val="DBE8E9"/>
                </a:solidFill>
                <a:latin typeface="Arial"/>
                <a:ea typeface="Arial"/>
                <a:cs typeface="Arial"/>
              </a:defRPr>
            </a:lvl4pPr>
            <a:lvl5pPr>
              <a:defRPr sz="1800" b="0">
                <a:solidFill>
                  <a:srgbClr val="DBE8E9"/>
                </a:solidFill>
                <a:latin typeface="Arial"/>
                <a:ea typeface="Arial"/>
                <a:cs typeface="Arial"/>
              </a:defRPr>
            </a:lvl5pPr>
            <a:lvl6pPr>
              <a:defRPr sz="1800" b="0">
                <a:solidFill>
                  <a:srgbClr val="DBE8E9"/>
                </a:solidFill>
                <a:latin typeface="Arial"/>
                <a:ea typeface="Arial"/>
                <a:cs typeface="Arial"/>
              </a:defRPr>
            </a:lvl6pPr>
            <a:lvl7pPr>
              <a:defRPr sz="1800" b="0">
                <a:solidFill>
                  <a:srgbClr val="DBE8E9"/>
                </a:solidFill>
                <a:latin typeface="Arial"/>
                <a:ea typeface="Arial"/>
                <a:cs typeface="Arial"/>
              </a:defRPr>
            </a:lvl7pPr>
            <a:lvl8pPr>
              <a:defRPr sz="1800" b="0">
                <a:solidFill>
                  <a:srgbClr val="DBE8E9"/>
                </a:solidFill>
                <a:latin typeface="Arial"/>
                <a:ea typeface="Arial"/>
                <a:cs typeface="Arial"/>
              </a:defRPr>
            </a:lvl8pPr>
            <a:lvl9pPr>
              <a:defRPr sz="1800" b="0">
                <a:solidFill>
                  <a:srgbClr val="DBE8E9"/>
                </a:solidFill>
                <a:latin typeface="Arial"/>
                <a:ea typeface="Arial"/>
                <a:cs typeface="Arial"/>
              </a:defRPr>
            </a:lvl9pPr>
          </a:lstStyle>
          <a:p xmlns:a="http://schemas.openxmlformats.org/drawingml/2006/main">
            <a:pPr>
              <a:defRPr sz="1800" b="0">
                <a:solidFill>
                  <a:srgbClr val="DBE8E9"/>
                </a:solidFill>
                <a:latin typeface="Arial"/>
                <a:ea typeface="Arial"/>
                <a:cs typeface="Arial"/>
              </a:defRPr>
            </a:pPr>
            <a:r>
              <a:rPr sz="1800" b="0">
                <a:solidFill>
                  <a:srgbClr val="DBE8E9"/>
                </a:solidFill>
                <a:latin typeface="Arial"/>
                <a:ea typeface="Arial"/>
                <a:cs typeface="Arial"/>
              </a:rPr>
              <a:t>HMAC audit, separate personal trust, measured benchmark, bound import/reset approval</a:t>
            </a:r>
          </a:p>
        </p:txBody>
      </p:sp>
    </p:spTree>
    <p:extLst>
      <p:ext uri="{BB962C8B-B14F-4D97-AF65-F5344CB8AC3E}">
        <p14:creationId xmlns:p14="http://schemas.microsoft.com/office/powerpoint/2010/main" val="859169875"/>
      </p:ext>
    </p:extLst>
  </p:cSld>
</p:sld>
</file>

<file path=ppt/slides/slide11.xml><?xml version="1.0" encoding="utf-8"?>
<p:sld xmlns:p="http://schemas.openxmlformats.org/presentationml/2006/main">
  <p:cSld>
    <p:bg>
      <p:bgPr>
        <a:solidFill xmlns:a="http://schemas.openxmlformats.org/drawingml/2006/main">
          <a:srgbClr val="10263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700AAE-7710-418B-BDE5-0EC1630E862E}"/>
              </a:ext>
            </a:extLst>
          </p:cNvPr>
          <p:cNvSpPr>
            <a:spLocks xmlns:a="http://schemas.openxmlformats.org/drawingml/2006/main" noGrp="1"/>
          </p:cNvSpPr>
          <p:nvPr/>
        </p:nvSpPr>
        <p:spPr>
          <a:xfrm xmlns:a="http://schemas.openxmlformats.org/drawingml/2006/main">
            <a:off x="533400" y="314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ACE66A"/>
                </a:solidFill>
                <a:latin typeface="Arial"/>
                <a:ea typeface="Arial"/>
                <a:cs typeface="Arial"/>
              </a:defRPr>
            </a:defPPr>
            <a:lvl1pPr>
              <a:defRPr sz="1050" b="1">
                <a:solidFill>
                  <a:srgbClr val="ACE66A"/>
                </a:solidFill>
                <a:latin typeface="Arial"/>
                <a:ea typeface="Arial"/>
                <a:cs typeface="Arial"/>
              </a:defRPr>
            </a:lvl1pPr>
            <a:lvl2pPr>
              <a:defRPr sz="1050" b="1">
                <a:solidFill>
                  <a:srgbClr val="ACE66A"/>
                </a:solidFill>
                <a:latin typeface="Arial"/>
                <a:ea typeface="Arial"/>
                <a:cs typeface="Arial"/>
              </a:defRPr>
            </a:lvl2pPr>
            <a:lvl3pPr>
              <a:defRPr sz="1050" b="1">
                <a:solidFill>
                  <a:srgbClr val="ACE66A"/>
                </a:solidFill>
                <a:latin typeface="Arial"/>
                <a:ea typeface="Arial"/>
                <a:cs typeface="Arial"/>
              </a:defRPr>
            </a:lvl3pPr>
            <a:lvl4pPr>
              <a:defRPr sz="1050" b="1">
                <a:solidFill>
                  <a:srgbClr val="ACE66A"/>
                </a:solidFill>
                <a:latin typeface="Arial"/>
                <a:ea typeface="Arial"/>
                <a:cs typeface="Arial"/>
              </a:defRPr>
            </a:lvl4pPr>
            <a:lvl5pPr>
              <a:defRPr sz="1050" b="1">
                <a:solidFill>
                  <a:srgbClr val="ACE66A"/>
                </a:solidFill>
                <a:latin typeface="Arial"/>
                <a:ea typeface="Arial"/>
                <a:cs typeface="Arial"/>
              </a:defRPr>
            </a:lvl5pPr>
            <a:lvl6pPr>
              <a:defRPr sz="1050" b="1">
                <a:solidFill>
                  <a:srgbClr val="ACE66A"/>
                </a:solidFill>
                <a:latin typeface="Arial"/>
                <a:ea typeface="Arial"/>
                <a:cs typeface="Arial"/>
              </a:defRPr>
            </a:lvl6pPr>
            <a:lvl7pPr>
              <a:defRPr sz="1050" b="1">
                <a:solidFill>
                  <a:srgbClr val="ACE66A"/>
                </a:solidFill>
                <a:latin typeface="Arial"/>
                <a:ea typeface="Arial"/>
                <a:cs typeface="Arial"/>
              </a:defRPr>
            </a:lvl7pPr>
            <a:lvl8pPr>
              <a:defRPr sz="1050" b="1">
                <a:solidFill>
                  <a:srgbClr val="ACE66A"/>
                </a:solidFill>
                <a:latin typeface="Arial"/>
                <a:ea typeface="Arial"/>
                <a:cs typeface="Arial"/>
              </a:defRPr>
            </a:lvl8pPr>
            <a:lvl9pPr>
              <a:defRPr sz="1050" b="1">
                <a:solidFill>
                  <a:srgbClr val="ACE66A"/>
                </a:solidFill>
                <a:latin typeface="Arial"/>
                <a:ea typeface="Arial"/>
                <a:cs typeface="Arial"/>
              </a:defRPr>
            </a:lvl9pPr>
          </a:lstStyle>
          <a:p xmlns:a="http://schemas.openxmlformats.org/drawingml/2006/main">
            <a:pPr>
              <a:defRPr sz="1050" b="1">
                <a:solidFill>
                  <a:srgbClr val="ACE66A"/>
                </a:solidFill>
                <a:latin typeface="Arial"/>
                <a:ea typeface="Arial"/>
                <a:cs typeface="Arial"/>
              </a:defRPr>
            </a:pPr>
            <a:r>
              <a:rPr sz="1050" b="1">
                <a:solidFill>
                  <a:srgbClr val="ACE66A"/>
                </a:solidFill>
                <a:latin typeface="Arial"/>
                <a:ea typeface="Arial"/>
                <a:cs typeface="Arial"/>
              </a:rPr>
              <a:t>NIROB / TOPIC A · VERSION 3.3</a:t>
            </a:r>
          </a:p>
        </p:txBody>
      </p:sp>
      <p:sp>
        <p:nvSpPr>
          <p:cNvPr id="2" name="">
            <a:extLst xmlns:a="http://schemas.openxmlformats.org/drawingml/2006/main">
              <a:ext uri="{FF2B5EF4-FFF2-40B4-BE49-F238E27FC236}">
                <a16:creationId xmlns:a16="http://schemas.microsoft.com/office/drawing/2014/main" id="{B48F4341-F4BF-424D-B1DC-5ED8C5D358FA}"/>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vl1pPr>
              <a:defRPr sz="3150" b="1">
                <a:solidFill>
                  <a:srgbClr val="FFFFFF"/>
                </a:solidFill>
                <a:latin typeface="Arial"/>
                <a:ea typeface="Arial"/>
                <a:cs typeface="Arial"/>
              </a:defRPr>
            </a:lvl1pPr>
            <a:lvl2pPr>
              <a:defRPr sz="3150" b="1">
                <a:solidFill>
                  <a:srgbClr val="FFFFFF"/>
                </a:solidFill>
                <a:latin typeface="Arial"/>
                <a:ea typeface="Arial"/>
                <a:cs typeface="Arial"/>
              </a:defRPr>
            </a:lvl2pPr>
            <a:lvl3pPr>
              <a:defRPr sz="3150" b="1">
                <a:solidFill>
                  <a:srgbClr val="FFFFFF"/>
                </a:solidFill>
                <a:latin typeface="Arial"/>
                <a:ea typeface="Arial"/>
                <a:cs typeface="Arial"/>
              </a:defRPr>
            </a:lvl3pPr>
            <a:lvl4pPr>
              <a:defRPr sz="3150" b="1">
                <a:solidFill>
                  <a:srgbClr val="FFFFFF"/>
                </a:solidFill>
                <a:latin typeface="Arial"/>
                <a:ea typeface="Arial"/>
                <a:cs typeface="Arial"/>
              </a:defRPr>
            </a:lvl4pPr>
            <a:lvl5pPr>
              <a:defRPr sz="3150" b="1">
                <a:solidFill>
                  <a:srgbClr val="FFFFFF"/>
                </a:solidFill>
                <a:latin typeface="Arial"/>
                <a:ea typeface="Arial"/>
                <a:cs typeface="Arial"/>
              </a:defRPr>
            </a:lvl5pPr>
            <a:lvl6pPr>
              <a:defRPr sz="3150" b="1">
                <a:solidFill>
                  <a:srgbClr val="FFFFFF"/>
                </a:solidFill>
                <a:latin typeface="Arial"/>
                <a:ea typeface="Arial"/>
                <a:cs typeface="Arial"/>
              </a:defRPr>
            </a:lvl6pPr>
            <a:lvl7pPr>
              <a:defRPr sz="3150" b="1">
                <a:solidFill>
                  <a:srgbClr val="FFFFFF"/>
                </a:solidFill>
                <a:latin typeface="Arial"/>
                <a:ea typeface="Arial"/>
                <a:cs typeface="Arial"/>
              </a:defRPr>
            </a:lvl7pPr>
            <a:lvl8pPr>
              <a:defRPr sz="3150" b="1">
                <a:solidFill>
                  <a:srgbClr val="FFFFFF"/>
                </a:solidFill>
                <a:latin typeface="Arial"/>
                <a:ea typeface="Arial"/>
                <a:cs typeface="Arial"/>
              </a:defRPr>
            </a:lvl8pPr>
            <a:lvl9pPr>
              <a:defRPr sz="3150" b="1">
                <a:solidFill>
                  <a:srgbClr val="FFFFFF"/>
                </a:solidFill>
                <a:latin typeface="Arial"/>
                <a:ea typeface="Arial"/>
                <a:cs typeface="Arial"/>
              </a:defRPr>
            </a:lvl9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Known limits and the next evaluation</a:t>
            </a:r>
          </a:p>
        </p:txBody>
      </p:sp>
      <p:sp>
        <p:nvSpPr>
          <p:cNvPr id="3" name="">
            <a:extLst xmlns:a="http://schemas.openxmlformats.org/drawingml/2006/main">
              <a:ext uri="{FF2B5EF4-FFF2-40B4-BE49-F238E27FC236}">
                <a16:creationId xmlns:a16="http://schemas.microsoft.com/office/drawing/2014/main" id="{47551507-3555-46A7-A55C-11F6375118F8}"/>
              </a:ext>
            </a:extLst>
          </p:cNvPr>
          <p:cNvSpPr>
            <a:spLocks xmlns:a="http://schemas.openxmlformats.org/drawingml/2006/main" noGrp="1"/>
          </p:cNvSpPr>
          <p:nvPr/>
        </p:nvSpPr>
        <p:spPr>
          <a:xfrm xmlns:a="http://schemas.openxmlformats.org/drawingml/2006/main">
            <a:off x="533400" y="644842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defRPr sz="975" b="0">
                <a:solidFill>
                  <a:srgbClr val="9FB7BC"/>
                </a:solidFill>
                <a:latin typeface="Arial"/>
                <a:ea typeface="Arial"/>
                <a:cs typeface="Arial"/>
              </a:defRPr>
            </a:lvl1pPr>
            <a:lvl2pPr>
              <a:defRPr sz="975" b="0">
                <a:solidFill>
                  <a:srgbClr val="9FB7BC"/>
                </a:solidFill>
                <a:latin typeface="Arial"/>
                <a:ea typeface="Arial"/>
                <a:cs typeface="Arial"/>
              </a:defRPr>
            </a:lvl2pPr>
            <a:lvl3pPr>
              <a:defRPr sz="975" b="0">
                <a:solidFill>
                  <a:srgbClr val="9FB7BC"/>
                </a:solidFill>
                <a:latin typeface="Arial"/>
                <a:ea typeface="Arial"/>
                <a:cs typeface="Arial"/>
              </a:defRPr>
            </a:lvl3pPr>
            <a:lvl4pPr>
              <a:defRPr sz="975" b="0">
                <a:solidFill>
                  <a:srgbClr val="9FB7BC"/>
                </a:solidFill>
                <a:latin typeface="Arial"/>
                <a:ea typeface="Arial"/>
                <a:cs typeface="Arial"/>
              </a:defRPr>
            </a:lvl4pPr>
            <a:lvl5pPr>
              <a:defRPr sz="975" b="0">
                <a:solidFill>
                  <a:srgbClr val="9FB7BC"/>
                </a:solidFill>
                <a:latin typeface="Arial"/>
                <a:ea typeface="Arial"/>
                <a:cs typeface="Arial"/>
              </a:defRPr>
            </a:lvl5pPr>
            <a:lvl6pPr>
              <a:defRPr sz="975" b="0">
                <a:solidFill>
                  <a:srgbClr val="9FB7BC"/>
                </a:solidFill>
                <a:latin typeface="Arial"/>
                <a:ea typeface="Arial"/>
                <a:cs typeface="Arial"/>
              </a:defRPr>
            </a:lvl6pPr>
            <a:lvl7pPr>
              <a:defRPr sz="975" b="0">
                <a:solidFill>
                  <a:srgbClr val="9FB7BC"/>
                </a:solidFill>
                <a:latin typeface="Arial"/>
                <a:ea typeface="Arial"/>
                <a:cs typeface="Arial"/>
              </a:defRPr>
            </a:lvl7pPr>
            <a:lvl8pPr>
              <a:defRPr sz="975" b="0">
                <a:solidFill>
                  <a:srgbClr val="9FB7BC"/>
                </a:solidFill>
                <a:latin typeface="Arial"/>
                <a:ea typeface="Arial"/>
                <a:cs typeface="Arial"/>
              </a:defRPr>
            </a:lvl8pPr>
            <a:lvl9pPr>
              <a:defRPr sz="975" b="0">
                <a:solidFill>
                  <a:srgbClr val="9FB7BC"/>
                </a:solidFill>
                <a:latin typeface="Arial"/>
                <a:ea typeface="Arial"/>
                <a:cs typeface="Arial"/>
              </a:defRPr>
            </a:lvl9pPr>
          </a:lstStyle>
          <a:p xmlns:a="http://schemas.openxmlformats.org/drawingml/2006/main">
            <a:pPr>
              <a:defRPr sz="975" b="0">
                <a:solidFill>
                  <a:srgbClr val="9FB7BC"/>
                </a:solidFill>
                <a:latin typeface="Arial"/>
                <a:ea typeface="Arial"/>
                <a:cs typeface="Arial"/>
              </a:defRPr>
            </a:pPr>
            <a:r>
              <a:rPr sz="975" b="0">
                <a:solidFill>
                  <a:srgbClr val="9FB7BC"/>
                </a:solidFill>
                <a:latin typeface="Arial"/>
                <a:ea typeface="Arial"/>
                <a:cs typeface="Arial"/>
              </a:rPr>
              <a:t>Synthetic accounts · Local AI · Your final approval</a:t>
            </a:r>
          </a:p>
        </p:txBody>
      </p:sp>
      <p:sp>
        <p:nvSpPr>
          <p:cNvPr id="4" name="">
            <a:extLst xmlns:a="http://schemas.openxmlformats.org/drawingml/2006/main">
              <a:ext uri="{FF2B5EF4-FFF2-40B4-BE49-F238E27FC236}">
                <a16:creationId xmlns:a16="http://schemas.microsoft.com/office/drawing/2014/main" id="{96094793-34EE-42A8-AB0D-37FE615736AE}"/>
              </a:ext>
            </a:extLst>
          </p:cNvPr>
          <p:cNvSpPr>
            <a:spLocks xmlns:a="http://schemas.openxmlformats.org/drawingml/2006/main" noGrp="1"/>
          </p:cNvSpPr>
          <p:nvPr/>
        </p:nvSpPr>
        <p:spPr>
          <a:xfrm xmlns:a="http://schemas.openxmlformats.org/drawingml/2006/main">
            <a:off x="1133475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defRPr sz="975" b="0">
                <a:solidFill>
                  <a:srgbClr val="9FB7BC"/>
                </a:solidFill>
                <a:latin typeface="Arial"/>
                <a:ea typeface="Arial"/>
                <a:cs typeface="Arial"/>
              </a:defRPr>
            </a:lvl1pPr>
            <a:lvl2pPr>
              <a:defRPr sz="975" b="0">
                <a:solidFill>
                  <a:srgbClr val="9FB7BC"/>
                </a:solidFill>
                <a:latin typeface="Arial"/>
                <a:ea typeface="Arial"/>
                <a:cs typeface="Arial"/>
              </a:defRPr>
            </a:lvl2pPr>
            <a:lvl3pPr>
              <a:defRPr sz="975" b="0">
                <a:solidFill>
                  <a:srgbClr val="9FB7BC"/>
                </a:solidFill>
                <a:latin typeface="Arial"/>
                <a:ea typeface="Arial"/>
                <a:cs typeface="Arial"/>
              </a:defRPr>
            </a:lvl3pPr>
            <a:lvl4pPr>
              <a:defRPr sz="975" b="0">
                <a:solidFill>
                  <a:srgbClr val="9FB7BC"/>
                </a:solidFill>
                <a:latin typeface="Arial"/>
                <a:ea typeface="Arial"/>
                <a:cs typeface="Arial"/>
              </a:defRPr>
            </a:lvl4pPr>
            <a:lvl5pPr>
              <a:defRPr sz="975" b="0">
                <a:solidFill>
                  <a:srgbClr val="9FB7BC"/>
                </a:solidFill>
                <a:latin typeface="Arial"/>
                <a:ea typeface="Arial"/>
                <a:cs typeface="Arial"/>
              </a:defRPr>
            </a:lvl5pPr>
            <a:lvl6pPr>
              <a:defRPr sz="975" b="0">
                <a:solidFill>
                  <a:srgbClr val="9FB7BC"/>
                </a:solidFill>
                <a:latin typeface="Arial"/>
                <a:ea typeface="Arial"/>
                <a:cs typeface="Arial"/>
              </a:defRPr>
            </a:lvl6pPr>
            <a:lvl7pPr>
              <a:defRPr sz="975" b="0">
                <a:solidFill>
                  <a:srgbClr val="9FB7BC"/>
                </a:solidFill>
                <a:latin typeface="Arial"/>
                <a:ea typeface="Arial"/>
                <a:cs typeface="Arial"/>
              </a:defRPr>
            </a:lvl7pPr>
            <a:lvl8pPr>
              <a:defRPr sz="975" b="0">
                <a:solidFill>
                  <a:srgbClr val="9FB7BC"/>
                </a:solidFill>
                <a:latin typeface="Arial"/>
                <a:ea typeface="Arial"/>
                <a:cs typeface="Arial"/>
              </a:defRPr>
            </a:lvl8pPr>
            <a:lvl9pPr>
              <a:defRPr sz="975" b="0">
                <a:solidFill>
                  <a:srgbClr val="9FB7BC"/>
                </a:solidFill>
                <a:latin typeface="Arial"/>
                <a:ea typeface="Arial"/>
                <a:cs typeface="Arial"/>
              </a:defRPr>
            </a:lvl9pPr>
          </a:lstStyle>
          <a:p xmlns:a="http://schemas.openxmlformats.org/drawingml/2006/main">
            <a:pPr>
              <a:defRPr sz="975" b="0">
                <a:solidFill>
                  <a:srgbClr val="9FB7BC"/>
                </a:solidFill>
                <a:latin typeface="Arial"/>
                <a:ea typeface="Arial"/>
                <a:cs typeface="Arial"/>
              </a:defRPr>
            </a:pPr>
            <a:r>
              <a:rPr sz="975" b="0">
                <a:solidFill>
                  <a:srgbClr val="9FB7BC"/>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0A326F31-0F6A-44D6-A50A-E7E934BE8756}"/>
              </a:ext>
            </a:extLst>
          </p:cNvPr>
          <p:cNvSpPr>
            <a:spLocks xmlns:a="http://schemas.openxmlformats.org/drawingml/2006/main" noGrp="1"/>
          </p:cNvSpPr>
          <p:nvPr/>
        </p:nvSpPr>
        <p:spPr>
          <a:xfrm xmlns:a="http://schemas.openxmlformats.org/drawingml/2006/main">
            <a:off x="533400" y="204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defRPr sz="2025" b="1">
                <a:solidFill>
                  <a:srgbClr val="ACE66A"/>
                </a:solidFill>
                <a:latin typeface="Arial"/>
                <a:ea typeface="Arial"/>
                <a:cs typeface="Arial"/>
              </a:defRPr>
            </a:lvl1pPr>
            <a:lvl2pPr>
              <a:defRPr sz="2025" b="1">
                <a:solidFill>
                  <a:srgbClr val="ACE66A"/>
                </a:solidFill>
                <a:latin typeface="Arial"/>
                <a:ea typeface="Arial"/>
                <a:cs typeface="Arial"/>
              </a:defRPr>
            </a:lvl2pPr>
            <a:lvl3pPr>
              <a:defRPr sz="2025" b="1">
                <a:solidFill>
                  <a:srgbClr val="ACE66A"/>
                </a:solidFill>
                <a:latin typeface="Arial"/>
                <a:ea typeface="Arial"/>
                <a:cs typeface="Arial"/>
              </a:defRPr>
            </a:lvl3pPr>
            <a:lvl4pPr>
              <a:defRPr sz="2025" b="1">
                <a:solidFill>
                  <a:srgbClr val="ACE66A"/>
                </a:solidFill>
                <a:latin typeface="Arial"/>
                <a:ea typeface="Arial"/>
                <a:cs typeface="Arial"/>
              </a:defRPr>
            </a:lvl4pPr>
            <a:lvl5pPr>
              <a:defRPr sz="2025" b="1">
                <a:solidFill>
                  <a:srgbClr val="ACE66A"/>
                </a:solidFill>
                <a:latin typeface="Arial"/>
                <a:ea typeface="Arial"/>
                <a:cs typeface="Arial"/>
              </a:defRPr>
            </a:lvl5pPr>
            <a:lvl6pPr>
              <a:defRPr sz="2025" b="1">
                <a:solidFill>
                  <a:srgbClr val="ACE66A"/>
                </a:solidFill>
                <a:latin typeface="Arial"/>
                <a:ea typeface="Arial"/>
                <a:cs typeface="Arial"/>
              </a:defRPr>
            </a:lvl6pPr>
            <a:lvl7pPr>
              <a:defRPr sz="2025" b="1">
                <a:solidFill>
                  <a:srgbClr val="ACE66A"/>
                </a:solidFill>
                <a:latin typeface="Arial"/>
                <a:ea typeface="Arial"/>
                <a:cs typeface="Arial"/>
              </a:defRPr>
            </a:lvl7pPr>
            <a:lvl8pPr>
              <a:defRPr sz="2025" b="1">
                <a:solidFill>
                  <a:srgbClr val="ACE66A"/>
                </a:solidFill>
                <a:latin typeface="Arial"/>
                <a:ea typeface="Arial"/>
                <a:cs typeface="Arial"/>
              </a:defRPr>
            </a:lvl8pPr>
            <a:lvl9pPr>
              <a:defRPr sz="2025" b="1">
                <a:solidFill>
                  <a:srgbClr val="ACE66A"/>
                </a:solidFill>
                <a:latin typeface="Arial"/>
                <a:ea typeface="Arial"/>
                <a:cs typeface="Arial"/>
              </a:defRPr>
            </a:lvl9pPr>
          </a:lstStyle>
          <a:p xmlns:a="http://schemas.openxmlformats.org/drawingml/2006/main">
            <a:pPr>
              <a:defRPr sz="2025" b="1">
                <a:solidFill>
                  <a:srgbClr val="ACE66A"/>
                </a:solidFill>
                <a:latin typeface="Arial"/>
                <a:ea typeface="Arial"/>
                <a:cs typeface="Arial"/>
              </a:defRPr>
            </a:pPr>
            <a:r>
              <a:rPr sz="2025" b="1">
                <a:solidFill>
                  <a:srgbClr val="ACE66A"/>
                </a:solidFill>
                <a:latin typeface="Arial"/>
                <a:ea typeface="Arial"/>
                <a:cs typeface="Arial"/>
              </a:rPr>
              <a:t>No live banking connection</a:t>
            </a:r>
          </a:p>
        </p:txBody>
      </p:sp>
      <p:sp>
        <p:nvSpPr>
          <p:cNvPr id="6" name="">
            <a:extLst xmlns:a="http://schemas.openxmlformats.org/drawingml/2006/main">
              <a:ext uri="{FF2B5EF4-FFF2-40B4-BE49-F238E27FC236}">
                <a16:creationId xmlns:a16="http://schemas.microsoft.com/office/drawing/2014/main" id="{16FB3783-2C7D-47ED-8AF4-1B5227EA3202}"/>
              </a:ext>
            </a:extLst>
          </p:cNvPr>
          <p:cNvSpPr>
            <a:spLocks xmlns:a="http://schemas.openxmlformats.org/drawingml/2006/main" noGrp="1"/>
          </p:cNvSpPr>
          <p:nvPr/>
        </p:nvSpPr>
        <p:spPr>
          <a:xfrm xmlns:a="http://schemas.openxmlformats.org/drawingml/2006/main">
            <a:off x="533400" y="2476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BE8E9"/>
                </a:solidFill>
                <a:latin typeface="Arial"/>
                <a:ea typeface="Arial"/>
                <a:cs typeface="Arial"/>
              </a:defRPr>
            </a:defPPr>
            <a:lvl1pPr>
              <a:defRPr sz="1800" b="0">
                <a:solidFill>
                  <a:srgbClr val="DBE8E9"/>
                </a:solidFill>
                <a:latin typeface="Arial"/>
                <a:ea typeface="Arial"/>
                <a:cs typeface="Arial"/>
              </a:defRPr>
            </a:lvl1pPr>
            <a:lvl2pPr>
              <a:defRPr sz="1800" b="0">
                <a:solidFill>
                  <a:srgbClr val="DBE8E9"/>
                </a:solidFill>
                <a:latin typeface="Arial"/>
                <a:ea typeface="Arial"/>
                <a:cs typeface="Arial"/>
              </a:defRPr>
            </a:lvl2pPr>
            <a:lvl3pPr>
              <a:defRPr sz="1800" b="0">
                <a:solidFill>
                  <a:srgbClr val="DBE8E9"/>
                </a:solidFill>
                <a:latin typeface="Arial"/>
                <a:ea typeface="Arial"/>
                <a:cs typeface="Arial"/>
              </a:defRPr>
            </a:lvl3pPr>
            <a:lvl4pPr>
              <a:defRPr sz="1800" b="0">
                <a:solidFill>
                  <a:srgbClr val="DBE8E9"/>
                </a:solidFill>
                <a:latin typeface="Arial"/>
                <a:ea typeface="Arial"/>
                <a:cs typeface="Arial"/>
              </a:defRPr>
            </a:lvl4pPr>
            <a:lvl5pPr>
              <a:defRPr sz="1800" b="0">
                <a:solidFill>
                  <a:srgbClr val="DBE8E9"/>
                </a:solidFill>
                <a:latin typeface="Arial"/>
                <a:ea typeface="Arial"/>
                <a:cs typeface="Arial"/>
              </a:defRPr>
            </a:lvl5pPr>
            <a:lvl6pPr>
              <a:defRPr sz="1800" b="0">
                <a:solidFill>
                  <a:srgbClr val="DBE8E9"/>
                </a:solidFill>
                <a:latin typeface="Arial"/>
                <a:ea typeface="Arial"/>
                <a:cs typeface="Arial"/>
              </a:defRPr>
            </a:lvl6pPr>
            <a:lvl7pPr>
              <a:defRPr sz="1800" b="0">
                <a:solidFill>
                  <a:srgbClr val="DBE8E9"/>
                </a:solidFill>
                <a:latin typeface="Arial"/>
                <a:ea typeface="Arial"/>
                <a:cs typeface="Arial"/>
              </a:defRPr>
            </a:lvl7pPr>
            <a:lvl8pPr>
              <a:defRPr sz="1800" b="0">
                <a:solidFill>
                  <a:srgbClr val="DBE8E9"/>
                </a:solidFill>
                <a:latin typeface="Arial"/>
                <a:ea typeface="Arial"/>
                <a:cs typeface="Arial"/>
              </a:defRPr>
            </a:lvl8pPr>
            <a:lvl9pPr>
              <a:defRPr sz="1800" b="0">
                <a:solidFill>
                  <a:srgbClr val="DBE8E9"/>
                </a:solidFill>
                <a:latin typeface="Arial"/>
                <a:ea typeface="Arial"/>
                <a:cs typeface="Arial"/>
              </a:defRPr>
            </a:lvl9pPr>
          </a:lstStyle>
          <a:p xmlns:a="http://schemas.openxmlformats.org/drawingml/2006/main">
            <a:pPr>
              <a:defRPr sz="1800" b="0">
                <a:solidFill>
                  <a:srgbClr val="DBE8E9"/>
                </a:solidFill>
                <a:latin typeface="Arial"/>
                <a:ea typeface="Arial"/>
                <a:cs typeface="Arial"/>
              </a:defRPr>
            </a:pPr>
            <a:r>
              <a:rPr sz="1800" b="0">
                <a:solidFill>
                  <a:srgbClr val="DBE8E9"/>
                </a:solidFill>
                <a:latin typeface="Arial"/>
                <a:ea typeface="Arial"/>
                <a:cs typeface="Arial"/>
              </a:rPr>
              <a:t>Account numbers do not connect a bank or intercept a Visa payment.</a:t>
            </a:r>
          </a:p>
        </p:txBody>
      </p:sp>
      <p:sp>
        <p:nvSpPr>
          <p:cNvPr id="7" name="">
            <a:extLst xmlns:a="http://schemas.openxmlformats.org/drawingml/2006/main">
              <a:ext uri="{FF2B5EF4-FFF2-40B4-BE49-F238E27FC236}">
                <a16:creationId xmlns:a16="http://schemas.microsoft.com/office/drawing/2014/main" id="{25F15235-F8D1-4046-83CC-2E4058855708}"/>
              </a:ext>
            </a:extLst>
          </p:cNvPr>
          <p:cNvSpPr>
            <a:spLocks xmlns:a="http://schemas.openxmlformats.org/drawingml/2006/main" noGrp="1"/>
          </p:cNvSpPr>
          <p:nvPr/>
        </p:nvSpPr>
        <p:spPr>
          <a:xfrm xmlns:a="http://schemas.openxmlformats.org/drawingml/2006/main">
            <a:off x="533400" y="3286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defRPr sz="2025" b="1">
                <a:solidFill>
                  <a:srgbClr val="ACE66A"/>
                </a:solidFill>
                <a:latin typeface="Arial"/>
                <a:ea typeface="Arial"/>
                <a:cs typeface="Arial"/>
              </a:defRPr>
            </a:lvl1pPr>
            <a:lvl2pPr>
              <a:defRPr sz="2025" b="1">
                <a:solidFill>
                  <a:srgbClr val="ACE66A"/>
                </a:solidFill>
                <a:latin typeface="Arial"/>
                <a:ea typeface="Arial"/>
                <a:cs typeface="Arial"/>
              </a:defRPr>
            </a:lvl2pPr>
            <a:lvl3pPr>
              <a:defRPr sz="2025" b="1">
                <a:solidFill>
                  <a:srgbClr val="ACE66A"/>
                </a:solidFill>
                <a:latin typeface="Arial"/>
                <a:ea typeface="Arial"/>
                <a:cs typeface="Arial"/>
              </a:defRPr>
            </a:lvl3pPr>
            <a:lvl4pPr>
              <a:defRPr sz="2025" b="1">
                <a:solidFill>
                  <a:srgbClr val="ACE66A"/>
                </a:solidFill>
                <a:latin typeface="Arial"/>
                <a:ea typeface="Arial"/>
                <a:cs typeface="Arial"/>
              </a:defRPr>
            </a:lvl4pPr>
            <a:lvl5pPr>
              <a:defRPr sz="2025" b="1">
                <a:solidFill>
                  <a:srgbClr val="ACE66A"/>
                </a:solidFill>
                <a:latin typeface="Arial"/>
                <a:ea typeface="Arial"/>
                <a:cs typeface="Arial"/>
              </a:defRPr>
            </a:lvl5pPr>
            <a:lvl6pPr>
              <a:defRPr sz="2025" b="1">
                <a:solidFill>
                  <a:srgbClr val="ACE66A"/>
                </a:solidFill>
                <a:latin typeface="Arial"/>
                <a:ea typeface="Arial"/>
                <a:cs typeface="Arial"/>
              </a:defRPr>
            </a:lvl6pPr>
            <a:lvl7pPr>
              <a:defRPr sz="2025" b="1">
                <a:solidFill>
                  <a:srgbClr val="ACE66A"/>
                </a:solidFill>
                <a:latin typeface="Arial"/>
                <a:ea typeface="Arial"/>
                <a:cs typeface="Arial"/>
              </a:defRPr>
            </a:lvl7pPr>
            <a:lvl8pPr>
              <a:defRPr sz="2025" b="1">
                <a:solidFill>
                  <a:srgbClr val="ACE66A"/>
                </a:solidFill>
                <a:latin typeface="Arial"/>
                <a:ea typeface="Arial"/>
                <a:cs typeface="Arial"/>
              </a:defRPr>
            </a:lvl8pPr>
            <a:lvl9pPr>
              <a:defRPr sz="2025" b="1">
                <a:solidFill>
                  <a:srgbClr val="ACE66A"/>
                </a:solidFill>
                <a:latin typeface="Arial"/>
                <a:ea typeface="Arial"/>
                <a:cs typeface="Arial"/>
              </a:defRPr>
            </a:lvl9pPr>
          </a:lstStyle>
          <a:p xmlns:a="http://schemas.openxmlformats.org/drawingml/2006/main">
            <a:pPr>
              <a:defRPr sz="2025" b="1">
                <a:solidFill>
                  <a:srgbClr val="ACE66A"/>
                </a:solidFill>
                <a:latin typeface="Arial"/>
                <a:ea typeface="Arial"/>
                <a:cs typeface="Arial"/>
              </a:defRPr>
            </a:pPr>
            <a:r>
              <a:rPr sz="2025" b="1">
                <a:solidFill>
                  <a:srgbClr val="ACE66A"/>
                </a:solidFill>
                <a:latin typeface="Arial"/>
                <a:ea typeface="Arial"/>
                <a:cs typeface="Arial"/>
              </a:rPr>
              <a:t>Advice still needs human judgment</a:t>
            </a:r>
          </a:p>
        </p:txBody>
      </p:sp>
      <p:sp>
        <p:nvSpPr>
          <p:cNvPr id="8" name="">
            <a:extLst xmlns:a="http://schemas.openxmlformats.org/drawingml/2006/main">
              <a:ext uri="{FF2B5EF4-FFF2-40B4-BE49-F238E27FC236}">
                <a16:creationId xmlns:a16="http://schemas.microsoft.com/office/drawing/2014/main" id="{26A7D718-D7EB-4B89-94CC-8F0A6744249D}"/>
              </a:ext>
            </a:extLst>
          </p:cNvPr>
          <p:cNvSpPr>
            <a:spLocks xmlns:a="http://schemas.openxmlformats.org/drawingml/2006/main" noGrp="1"/>
          </p:cNvSpPr>
          <p:nvPr/>
        </p:nvSpPr>
        <p:spPr>
          <a:xfrm xmlns:a="http://schemas.openxmlformats.org/drawingml/2006/main">
            <a:off x="533400" y="37147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BE8E9"/>
                </a:solidFill>
                <a:latin typeface="Arial"/>
                <a:ea typeface="Arial"/>
                <a:cs typeface="Arial"/>
              </a:defRPr>
            </a:defPPr>
            <a:lvl1pPr>
              <a:defRPr sz="1800" b="0">
                <a:solidFill>
                  <a:srgbClr val="DBE8E9"/>
                </a:solidFill>
                <a:latin typeface="Arial"/>
                <a:ea typeface="Arial"/>
                <a:cs typeface="Arial"/>
              </a:defRPr>
            </a:lvl1pPr>
            <a:lvl2pPr>
              <a:defRPr sz="1800" b="0">
                <a:solidFill>
                  <a:srgbClr val="DBE8E9"/>
                </a:solidFill>
                <a:latin typeface="Arial"/>
                <a:ea typeface="Arial"/>
                <a:cs typeface="Arial"/>
              </a:defRPr>
            </a:lvl2pPr>
            <a:lvl3pPr>
              <a:defRPr sz="1800" b="0">
                <a:solidFill>
                  <a:srgbClr val="DBE8E9"/>
                </a:solidFill>
                <a:latin typeface="Arial"/>
                <a:ea typeface="Arial"/>
                <a:cs typeface="Arial"/>
              </a:defRPr>
            </a:lvl3pPr>
            <a:lvl4pPr>
              <a:defRPr sz="1800" b="0">
                <a:solidFill>
                  <a:srgbClr val="DBE8E9"/>
                </a:solidFill>
                <a:latin typeface="Arial"/>
                <a:ea typeface="Arial"/>
                <a:cs typeface="Arial"/>
              </a:defRPr>
            </a:lvl4pPr>
            <a:lvl5pPr>
              <a:defRPr sz="1800" b="0">
                <a:solidFill>
                  <a:srgbClr val="DBE8E9"/>
                </a:solidFill>
                <a:latin typeface="Arial"/>
                <a:ea typeface="Arial"/>
                <a:cs typeface="Arial"/>
              </a:defRPr>
            </a:lvl5pPr>
            <a:lvl6pPr>
              <a:defRPr sz="1800" b="0">
                <a:solidFill>
                  <a:srgbClr val="DBE8E9"/>
                </a:solidFill>
                <a:latin typeface="Arial"/>
                <a:ea typeface="Arial"/>
                <a:cs typeface="Arial"/>
              </a:defRPr>
            </a:lvl6pPr>
            <a:lvl7pPr>
              <a:defRPr sz="1800" b="0">
                <a:solidFill>
                  <a:srgbClr val="DBE8E9"/>
                </a:solidFill>
                <a:latin typeface="Arial"/>
                <a:ea typeface="Arial"/>
                <a:cs typeface="Arial"/>
              </a:defRPr>
            </a:lvl7pPr>
            <a:lvl8pPr>
              <a:defRPr sz="1800" b="0">
                <a:solidFill>
                  <a:srgbClr val="DBE8E9"/>
                </a:solidFill>
                <a:latin typeface="Arial"/>
                <a:ea typeface="Arial"/>
                <a:cs typeface="Arial"/>
              </a:defRPr>
            </a:lvl8pPr>
            <a:lvl9pPr>
              <a:defRPr sz="1800" b="0">
                <a:solidFill>
                  <a:srgbClr val="DBE8E9"/>
                </a:solidFill>
                <a:latin typeface="Arial"/>
                <a:ea typeface="Arial"/>
                <a:cs typeface="Arial"/>
              </a:defRPr>
            </a:lvl9pPr>
          </a:lstStyle>
          <a:p xmlns:a="http://schemas.openxmlformats.org/drawingml/2006/main">
            <a:pPr>
              <a:defRPr sz="1800" b="0">
                <a:solidFill>
                  <a:srgbClr val="DBE8E9"/>
                </a:solidFill>
                <a:latin typeface="Arial"/>
                <a:ea typeface="Arial"/>
                <a:cs typeface="Arial"/>
              </a:defRPr>
            </a:pPr>
            <a:r>
              <a:rPr sz="1800" b="0">
                <a:solidFill>
                  <a:srgbClr val="DBE8E9"/>
                </a:solidFill>
                <a:latin typeface="Arial"/>
                <a:ea typeface="Arial"/>
                <a:cs typeface="Arial"/>
              </a:rPr>
              <a:t>No expert usefulness study, market-demand validation or income guarantee.</a:t>
            </a:r>
          </a:p>
        </p:txBody>
      </p:sp>
      <p:sp>
        <p:nvSpPr>
          <p:cNvPr id="9" name="">
            <a:extLst xmlns:a="http://schemas.openxmlformats.org/drawingml/2006/main">
              <a:ext uri="{FF2B5EF4-FFF2-40B4-BE49-F238E27FC236}">
                <a16:creationId xmlns:a16="http://schemas.microsoft.com/office/drawing/2014/main" id="{1C72C0DC-831F-4BBA-A415-C290327E0E93}"/>
              </a:ext>
            </a:extLst>
          </p:cNvPr>
          <p:cNvSpPr>
            <a:spLocks xmlns:a="http://schemas.openxmlformats.org/drawingml/2006/main" noGrp="1"/>
          </p:cNvSpPr>
          <p:nvPr/>
        </p:nvSpPr>
        <p:spPr>
          <a:xfrm xmlns:a="http://schemas.openxmlformats.org/drawingml/2006/main">
            <a:off x="533400" y="45243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defRPr sz="2025" b="1">
                <a:solidFill>
                  <a:srgbClr val="ACE66A"/>
                </a:solidFill>
                <a:latin typeface="Arial"/>
                <a:ea typeface="Arial"/>
                <a:cs typeface="Arial"/>
              </a:defRPr>
            </a:lvl1pPr>
            <a:lvl2pPr>
              <a:defRPr sz="2025" b="1">
                <a:solidFill>
                  <a:srgbClr val="ACE66A"/>
                </a:solidFill>
                <a:latin typeface="Arial"/>
                <a:ea typeface="Arial"/>
                <a:cs typeface="Arial"/>
              </a:defRPr>
            </a:lvl2pPr>
            <a:lvl3pPr>
              <a:defRPr sz="2025" b="1">
                <a:solidFill>
                  <a:srgbClr val="ACE66A"/>
                </a:solidFill>
                <a:latin typeface="Arial"/>
                <a:ea typeface="Arial"/>
                <a:cs typeface="Arial"/>
              </a:defRPr>
            </a:lvl3pPr>
            <a:lvl4pPr>
              <a:defRPr sz="2025" b="1">
                <a:solidFill>
                  <a:srgbClr val="ACE66A"/>
                </a:solidFill>
                <a:latin typeface="Arial"/>
                <a:ea typeface="Arial"/>
                <a:cs typeface="Arial"/>
              </a:defRPr>
            </a:lvl4pPr>
            <a:lvl5pPr>
              <a:defRPr sz="2025" b="1">
                <a:solidFill>
                  <a:srgbClr val="ACE66A"/>
                </a:solidFill>
                <a:latin typeface="Arial"/>
                <a:ea typeface="Arial"/>
                <a:cs typeface="Arial"/>
              </a:defRPr>
            </a:lvl5pPr>
            <a:lvl6pPr>
              <a:defRPr sz="2025" b="1">
                <a:solidFill>
                  <a:srgbClr val="ACE66A"/>
                </a:solidFill>
                <a:latin typeface="Arial"/>
                <a:ea typeface="Arial"/>
                <a:cs typeface="Arial"/>
              </a:defRPr>
            </a:lvl6pPr>
            <a:lvl7pPr>
              <a:defRPr sz="2025" b="1">
                <a:solidFill>
                  <a:srgbClr val="ACE66A"/>
                </a:solidFill>
                <a:latin typeface="Arial"/>
                <a:ea typeface="Arial"/>
                <a:cs typeface="Arial"/>
              </a:defRPr>
            </a:lvl7pPr>
            <a:lvl8pPr>
              <a:defRPr sz="2025" b="1">
                <a:solidFill>
                  <a:srgbClr val="ACE66A"/>
                </a:solidFill>
                <a:latin typeface="Arial"/>
                <a:ea typeface="Arial"/>
                <a:cs typeface="Arial"/>
              </a:defRPr>
            </a:lvl8pPr>
            <a:lvl9pPr>
              <a:defRPr sz="2025" b="1">
                <a:solidFill>
                  <a:srgbClr val="ACE66A"/>
                </a:solidFill>
                <a:latin typeface="Arial"/>
                <a:ea typeface="Arial"/>
                <a:cs typeface="Arial"/>
              </a:defRPr>
            </a:lvl9pPr>
          </a:lstStyle>
          <a:p xmlns:a="http://schemas.openxmlformats.org/drawingml/2006/main">
            <a:pPr>
              <a:defRPr sz="2025" b="1">
                <a:solidFill>
                  <a:srgbClr val="ACE66A"/>
                </a:solidFill>
                <a:latin typeface="Arial"/>
                <a:ea typeface="Arial"/>
                <a:cs typeface="Arial"/>
              </a:defRPr>
            </a:pPr>
            <a:r>
              <a:rPr sz="2025" b="1">
                <a:solidFill>
                  <a:srgbClr val="ACE66A"/>
                </a:solidFill>
                <a:latin typeface="Arial"/>
                <a:ea typeface="Arial"/>
                <a:cs typeface="Arial"/>
              </a:rPr>
              <a:t>Next checks</a:t>
            </a:r>
          </a:p>
        </p:txBody>
      </p:sp>
      <p:sp>
        <p:nvSpPr>
          <p:cNvPr id="10" name="">
            <a:extLst xmlns:a="http://schemas.openxmlformats.org/drawingml/2006/main">
              <a:ext uri="{FF2B5EF4-FFF2-40B4-BE49-F238E27FC236}">
                <a16:creationId xmlns:a16="http://schemas.microsoft.com/office/drawing/2014/main" id="{224071F0-AF3A-4C31-8B03-9EDD2D447331}"/>
              </a:ext>
            </a:extLst>
          </p:cNvPr>
          <p:cNvSpPr>
            <a:spLocks xmlns:a="http://schemas.openxmlformats.org/drawingml/2006/main" noGrp="1"/>
          </p:cNvSpPr>
          <p:nvPr/>
        </p:nvSpPr>
        <p:spPr>
          <a:xfrm xmlns:a="http://schemas.openxmlformats.org/drawingml/2006/main">
            <a:off x="533400" y="49530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BE8E9"/>
                </a:solidFill>
                <a:latin typeface="Arial"/>
                <a:ea typeface="Arial"/>
                <a:cs typeface="Arial"/>
              </a:defRPr>
            </a:defPPr>
            <a:lvl1pPr>
              <a:defRPr sz="1800" b="0">
                <a:solidFill>
                  <a:srgbClr val="DBE8E9"/>
                </a:solidFill>
                <a:latin typeface="Arial"/>
                <a:ea typeface="Arial"/>
                <a:cs typeface="Arial"/>
              </a:defRPr>
            </a:lvl1pPr>
            <a:lvl2pPr>
              <a:defRPr sz="1800" b="0">
                <a:solidFill>
                  <a:srgbClr val="DBE8E9"/>
                </a:solidFill>
                <a:latin typeface="Arial"/>
                <a:ea typeface="Arial"/>
                <a:cs typeface="Arial"/>
              </a:defRPr>
            </a:lvl2pPr>
            <a:lvl3pPr>
              <a:defRPr sz="1800" b="0">
                <a:solidFill>
                  <a:srgbClr val="DBE8E9"/>
                </a:solidFill>
                <a:latin typeface="Arial"/>
                <a:ea typeface="Arial"/>
                <a:cs typeface="Arial"/>
              </a:defRPr>
            </a:lvl3pPr>
            <a:lvl4pPr>
              <a:defRPr sz="1800" b="0">
                <a:solidFill>
                  <a:srgbClr val="DBE8E9"/>
                </a:solidFill>
                <a:latin typeface="Arial"/>
                <a:ea typeface="Arial"/>
                <a:cs typeface="Arial"/>
              </a:defRPr>
            </a:lvl4pPr>
            <a:lvl5pPr>
              <a:defRPr sz="1800" b="0">
                <a:solidFill>
                  <a:srgbClr val="DBE8E9"/>
                </a:solidFill>
                <a:latin typeface="Arial"/>
                <a:ea typeface="Arial"/>
                <a:cs typeface="Arial"/>
              </a:defRPr>
            </a:lvl5pPr>
            <a:lvl6pPr>
              <a:defRPr sz="1800" b="0">
                <a:solidFill>
                  <a:srgbClr val="DBE8E9"/>
                </a:solidFill>
                <a:latin typeface="Arial"/>
                <a:ea typeface="Arial"/>
                <a:cs typeface="Arial"/>
              </a:defRPr>
            </a:lvl6pPr>
            <a:lvl7pPr>
              <a:defRPr sz="1800" b="0">
                <a:solidFill>
                  <a:srgbClr val="DBE8E9"/>
                </a:solidFill>
                <a:latin typeface="Arial"/>
                <a:ea typeface="Arial"/>
                <a:cs typeface="Arial"/>
              </a:defRPr>
            </a:lvl7pPr>
            <a:lvl8pPr>
              <a:defRPr sz="1800" b="0">
                <a:solidFill>
                  <a:srgbClr val="DBE8E9"/>
                </a:solidFill>
                <a:latin typeface="Arial"/>
                <a:ea typeface="Arial"/>
                <a:cs typeface="Arial"/>
              </a:defRPr>
            </a:lvl8pPr>
            <a:lvl9pPr>
              <a:defRPr sz="1800" b="0">
                <a:solidFill>
                  <a:srgbClr val="DBE8E9"/>
                </a:solidFill>
                <a:latin typeface="Arial"/>
                <a:ea typeface="Arial"/>
                <a:cs typeface="Arial"/>
              </a:defRPr>
            </a:lvl9pPr>
          </a:lstStyle>
          <a:p xmlns:a="http://schemas.openxmlformats.org/drawingml/2006/main">
            <a:pPr>
              <a:defRPr sz="1800" b="0">
                <a:solidFill>
                  <a:srgbClr val="DBE8E9"/>
                </a:solidFill>
                <a:latin typeface="Arial"/>
                <a:ea typeface="Arial"/>
                <a:cs typeface="Arial"/>
              </a:defRPr>
            </a:pPr>
            <a:r>
              <a:rPr sz="1800" b="0">
                <a:solidFill>
                  <a:srgbClr val="DBE8E9"/>
                </a:solidFill>
                <a:latin typeface="Arial"/>
                <a:ea typeface="Arial"/>
                <a:cs typeface="Arial"/>
              </a:rPr>
              <a:t>Physical-device trials, diverse bills, held-out tasks and representative user feedback.</a:t>
            </a:r>
          </a:p>
        </p:txBody>
      </p:sp>
    </p:spTree>
    <p:extLst>
      <p:ext uri="{BB962C8B-B14F-4D97-AF65-F5344CB8AC3E}">
        <p14:creationId xmlns:p14="http://schemas.microsoft.com/office/powerpoint/2010/main" val="1797953779"/>
      </p:ext>
    </p:extLst>
  </p:cSld>
</p:sld>
</file>

<file path=ppt/slides/slide12.xml><?xml version="1.0" encoding="utf-8"?>
<p:sld xmlns:p="http://schemas.openxmlformats.org/presentationml/2006/main">
  <p:cSld>
    <p:bg>
      <p:bgPr>
        <a:solidFill xmlns:a="http://schemas.openxmlformats.org/drawingml/2006/main">
          <a:srgbClr val="10263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924526-03D3-4127-8A2E-6F6543EBB39C}"/>
              </a:ext>
            </a:extLst>
          </p:cNvPr>
          <p:cNvSpPr>
            <a:spLocks xmlns:a="http://schemas.openxmlformats.org/drawingml/2006/main" noGrp="1"/>
          </p:cNvSpPr>
          <p:nvPr/>
        </p:nvSpPr>
        <p:spPr>
          <a:xfrm xmlns:a="http://schemas.openxmlformats.org/drawingml/2006/main">
            <a:off x="533400" y="3143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ACE66A"/>
                </a:solidFill>
                <a:latin typeface="Arial"/>
                <a:ea typeface="Arial"/>
                <a:cs typeface="Arial"/>
              </a:defRPr>
            </a:defPPr>
            <a:lvl1pPr>
              <a:defRPr sz="1050" b="1">
                <a:solidFill>
                  <a:srgbClr val="ACE66A"/>
                </a:solidFill>
                <a:latin typeface="Arial"/>
                <a:ea typeface="Arial"/>
                <a:cs typeface="Arial"/>
              </a:defRPr>
            </a:lvl1pPr>
            <a:lvl2pPr>
              <a:defRPr sz="1050" b="1">
                <a:solidFill>
                  <a:srgbClr val="ACE66A"/>
                </a:solidFill>
                <a:latin typeface="Arial"/>
                <a:ea typeface="Arial"/>
                <a:cs typeface="Arial"/>
              </a:defRPr>
            </a:lvl2pPr>
            <a:lvl3pPr>
              <a:defRPr sz="1050" b="1">
                <a:solidFill>
                  <a:srgbClr val="ACE66A"/>
                </a:solidFill>
                <a:latin typeface="Arial"/>
                <a:ea typeface="Arial"/>
                <a:cs typeface="Arial"/>
              </a:defRPr>
            </a:lvl3pPr>
            <a:lvl4pPr>
              <a:defRPr sz="1050" b="1">
                <a:solidFill>
                  <a:srgbClr val="ACE66A"/>
                </a:solidFill>
                <a:latin typeface="Arial"/>
                <a:ea typeface="Arial"/>
                <a:cs typeface="Arial"/>
              </a:defRPr>
            </a:lvl4pPr>
            <a:lvl5pPr>
              <a:defRPr sz="1050" b="1">
                <a:solidFill>
                  <a:srgbClr val="ACE66A"/>
                </a:solidFill>
                <a:latin typeface="Arial"/>
                <a:ea typeface="Arial"/>
                <a:cs typeface="Arial"/>
              </a:defRPr>
            </a:lvl5pPr>
            <a:lvl6pPr>
              <a:defRPr sz="1050" b="1">
                <a:solidFill>
                  <a:srgbClr val="ACE66A"/>
                </a:solidFill>
                <a:latin typeface="Arial"/>
                <a:ea typeface="Arial"/>
                <a:cs typeface="Arial"/>
              </a:defRPr>
            </a:lvl6pPr>
            <a:lvl7pPr>
              <a:defRPr sz="1050" b="1">
                <a:solidFill>
                  <a:srgbClr val="ACE66A"/>
                </a:solidFill>
                <a:latin typeface="Arial"/>
                <a:ea typeface="Arial"/>
                <a:cs typeface="Arial"/>
              </a:defRPr>
            </a:lvl7pPr>
            <a:lvl8pPr>
              <a:defRPr sz="1050" b="1">
                <a:solidFill>
                  <a:srgbClr val="ACE66A"/>
                </a:solidFill>
                <a:latin typeface="Arial"/>
                <a:ea typeface="Arial"/>
                <a:cs typeface="Arial"/>
              </a:defRPr>
            </a:lvl8pPr>
            <a:lvl9pPr>
              <a:defRPr sz="1050" b="1">
                <a:solidFill>
                  <a:srgbClr val="ACE66A"/>
                </a:solidFill>
                <a:latin typeface="Arial"/>
                <a:ea typeface="Arial"/>
                <a:cs typeface="Arial"/>
              </a:defRPr>
            </a:lvl9pPr>
          </a:lstStyle>
          <a:p xmlns:a="http://schemas.openxmlformats.org/drawingml/2006/main">
            <a:pPr>
              <a:defRPr sz="1050" b="1">
                <a:solidFill>
                  <a:srgbClr val="ACE66A"/>
                </a:solidFill>
                <a:latin typeface="Arial"/>
                <a:ea typeface="Arial"/>
                <a:cs typeface="Arial"/>
              </a:defRPr>
            </a:pPr>
            <a:r>
              <a:rPr sz="1050" b="1">
                <a:solidFill>
                  <a:srgbClr val="ACE66A"/>
                </a:solidFill>
                <a:latin typeface="Arial"/>
                <a:ea typeface="Arial"/>
                <a:cs typeface="Arial"/>
              </a:rPr>
              <a:t>NIROB / TOPIC A · VERSION 3.3</a:t>
            </a:r>
          </a:p>
        </p:txBody>
      </p:sp>
      <p:sp>
        <p:nvSpPr>
          <p:cNvPr id="2" name="">
            <a:extLst xmlns:a="http://schemas.openxmlformats.org/drawingml/2006/main">
              <a:ext uri="{FF2B5EF4-FFF2-40B4-BE49-F238E27FC236}">
                <a16:creationId xmlns:a16="http://schemas.microsoft.com/office/drawing/2014/main" id="{00C15064-E442-453E-BF17-3D91ACD92F27}"/>
              </a:ext>
            </a:extLst>
          </p:cNvPr>
          <p:cNvSpPr>
            <a:spLocks xmlns:a="http://schemas.openxmlformats.org/drawingml/2006/main" noGrp="1"/>
          </p:cNvSpPr>
          <p:nvPr/>
        </p:nvSpPr>
        <p:spPr>
          <a:xfrm xmlns:a="http://schemas.openxmlformats.org/drawingml/2006/main">
            <a:off x="533400" y="80962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vl1pPr>
              <a:defRPr sz="3150" b="1">
                <a:solidFill>
                  <a:srgbClr val="FFFFFF"/>
                </a:solidFill>
                <a:latin typeface="Arial"/>
                <a:ea typeface="Arial"/>
                <a:cs typeface="Arial"/>
              </a:defRPr>
            </a:lvl1pPr>
            <a:lvl2pPr>
              <a:defRPr sz="3150" b="1">
                <a:solidFill>
                  <a:srgbClr val="FFFFFF"/>
                </a:solidFill>
                <a:latin typeface="Arial"/>
                <a:ea typeface="Arial"/>
                <a:cs typeface="Arial"/>
              </a:defRPr>
            </a:lvl2pPr>
            <a:lvl3pPr>
              <a:defRPr sz="3150" b="1">
                <a:solidFill>
                  <a:srgbClr val="FFFFFF"/>
                </a:solidFill>
                <a:latin typeface="Arial"/>
                <a:ea typeface="Arial"/>
                <a:cs typeface="Arial"/>
              </a:defRPr>
            </a:lvl3pPr>
            <a:lvl4pPr>
              <a:defRPr sz="3150" b="1">
                <a:solidFill>
                  <a:srgbClr val="FFFFFF"/>
                </a:solidFill>
                <a:latin typeface="Arial"/>
                <a:ea typeface="Arial"/>
                <a:cs typeface="Arial"/>
              </a:defRPr>
            </a:lvl4pPr>
            <a:lvl5pPr>
              <a:defRPr sz="3150" b="1">
                <a:solidFill>
                  <a:srgbClr val="FFFFFF"/>
                </a:solidFill>
                <a:latin typeface="Arial"/>
                <a:ea typeface="Arial"/>
                <a:cs typeface="Arial"/>
              </a:defRPr>
            </a:lvl5pPr>
            <a:lvl6pPr>
              <a:defRPr sz="3150" b="1">
                <a:solidFill>
                  <a:srgbClr val="FFFFFF"/>
                </a:solidFill>
                <a:latin typeface="Arial"/>
                <a:ea typeface="Arial"/>
                <a:cs typeface="Arial"/>
              </a:defRPr>
            </a:lvl6pPr>
            <a:lvl7pPr>
              <a:defRPr sz="3150" b="1">
                <a:solidFill>
                  <a:srgbClr val="FFFFFF"/>
                </a:solidFill>
                <a:latin typeface="Arial"/>
                <a:ea typeface="Arial"/>
                <a:cs typeface="Arial"/>
              </a:defRPr>
            </a:lvl7pPr>
            <a:lvl8pPr>
              <a:defRPr sz="3150" b="1">
                <a:solidFill>
                  <a:srgbClr val="FFFFFF"/>
                </a:solidFill>
                <a:latin typeface="Arial"/>
                <a:ea typeface="Arial"/>
                <a:cs typeface="Arial"/>
              </a:defRPr>
            </a:lvl8pPr>
            <a:lvl9pPr>
              <a:defRPr sz="3150" b="1">
                <a:solidFill>
                  <a:srgbClr val="FFFFFF"/>
                </a:solidFill>
                <a:latin typeface="Arial"/>
                <a:ea typeface="Arial"/>
                <a:cs typeface="Arial"/>
              </a:defRPr>
            </a:lvl9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Topic A package and submission checks</a:t>
            </a:r>
          </a:p>
        </p:txBody>
      </p:sp>
      <p:sp>
        <p:nvSpPr>
          <p:cNvPr id="3" name="">
            <a:extLst xmlns:a="http://schemas.openxmlformats.org/drawingml/2006/main">
              <a:ext uri="{FF2B5EF4-FFF2-40B4-BE49-F238E27FC236}">
                <a16:creationId xmlns:a16="http://schemas.microsoft.com/office/drawing/2014/main" id="{B796FA45-2047-49F0-B81B-5E225A7ED4C0}"/>
              </a:ext>
            </a:extLst>
          </p:cNvPr>
          <p:cNvSpPr>
            <a:spLocks xmlns:a="http://schemas.openxmlformats.org/drawingml/2006/main" noGrp="1"/>
          </p:cNvSpPr>
          <p:nvPr/>
        </p:nvSpPr>
        <p:spPr>
          <a:xfrm xmlns:a="http://schemas.openxmlformats.org/drawingml/2006/main">
            <a:off x="533400" y="644842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defRPr sz="975" b="0">
                <a:solidFill>
                  <a:srgbClr val="9FB7BC"/>
                </a:solidFill>
                <a:latin typeface="Arial"/>
                <a:ea typeface="Arial"/>
                <a:cs typeface="Arial"/>
              </a:defRPr>
            </a:lvl1pPr>
            <a:lvl2pPr>
              <a:defRPr sz="975" b="0">
                <a:solidFill>
                  <a:srgbClr val="9FB7BC"/>
                </a:solidFill>
                <a:latin typeface="Arial"/>
                <a:ea typeface="Arial"/>
                <a:cs typeface="Arial"/>
              </a:defRPr>
            </a:lvl2pPr>
            <a:lvl3pPr>
              <a:defRPr sz="975" b="0">
                <a:solidFill>
                  <a:srgbClr val="9FB7BC"/>
                </a:solidFill>
                <a:latin typeface="Arial"/>
                <a:ea typeface="Arial"/>
                <a:cs typeface="Arial"/>
              </a:defRPr>
            </a:lvl3pPr>
            <a:lvl4pPr>
              <a:defRPr sz="975" b="0">
                <a:solidFill>
                  <a:srgbClr val="9FB7BC"/>
                </a:solidFill>
                <a:latin typeface="Arial"/>
                <a:ea typeface="Arial"/>
                <a:cs typeface="Arial"/>
              </a:defRPr>
            </a:lvl4pPr>
            <a:lvl5pPr>
              <a:defRPr sz="975" b="0">
                <a:solidFill>
                  <a:srgbClr val="9FB7BC"/>
                </a:solidFill>
                <a:latin typeface="Arial"/>
                <a:ea typeface="Arial"/>
                <a:cs typeface="Arial"/>
              </a:defRPr>
            </a:lvl5pPr>
            <a:lvl6pPr>
              <a:defRPr sz="975" b="0">
                <a:solidFill>
                  <a:srgbClr val="9FB7BC"/>
                </a:solidFill>
                <a:latin typeface="Arial"/>
                <a:ea typeface="Arial"/>
                <a:cs typeface="Arial"/>
              </a:defRPr>
            </a:lvl6pPr>
            <a:lvl7pPr>
              <a:defRPr sz="975" b="0">
                <a:solidFill>
                  <a:srgbClr val="9FB7BC"/>
                </a:solidFill>
                <a:latin typeface="Arial"/>
                <a:ea typeface="Arial"/>
                <a:cs typeface="Arial"/>
              </a:defRPr>
            </a:lvl7pPr>
            <a:lvl8pPr>
              <a:defRPr sz="975" b="0">
                <a:solidFill>
                  <a:srgbClr val="9FB7BC"/>
                </a:solidFill>
                <a:latin typeface="Arial"/>
                <a:ea typeface="Arial"/>
                <a:cs typeface="Arial"/>
              </a:defRPr>
            </a:lvl8pPr>
            <a:lvl9pPr>
              <a:defRPr sz="975" b="0">
                <a:solidFill>
                  <a:srgbClr val="9FB7BC"/>
                </a:solidFill>
                <a:latin typeface="Arial"/>
                <a:ea typeface="Arial"/>
                <a:cs typeface="Arial"/>
              </a:defRPr>
            </a:lvl9pPr>
          </a:lstStyle>
          <a:p xmlns:a="http://schemas.openxmlformats.org/drawingml/2006/main">
            <a:pPr>
              <a:defRPr sz="975" b="0">
                <a:solidFill>
                  <a:srgbClr val="9FB7BC"/>
                </a:solidFill>
                <a:latin typeface="Arial"/>
                <a:ea typeface="Arial"/>
                <a:cs typeface="Arial"/>
              </a:defRPr>
            </a:pPr>
            <a:r>
              <a:rPr sz="975" b="0">
                <a:solidFill>
                  <a:srgbClr val="9FB7BC"/>
                </a:solidFill>
                <a:latin typeface="Arial"/>
                <a:ea typeface="Arial"/>
                <a:cs typeface="Arial"/>
              </a:rPr>
              <a:t>Synthetic accounts · Local AI · Your final approval</a:t>
            </a:r>
          </a:p>
        </p:txBody>
      </p:sp>
      <p:sp>
        <p:nvSpPr>
          <p:cNvPr id="4" name="">
            <a:extLst xmlns:a="http://schemas.openxmlformats.org/drawingml/2006/main">
              <a:ext uri="{FF2B5EF4-FFF2-40B4-BE49-F238E27FC236}">
                <a16:creationId xmlns:a16="http://schemas.microsoft.com/office/drawing/2014/main" id="{13632454-9087-4672-8AD9-C0199975DCF1}"/>
              </a:ext>
            </a:extLst>
          </p:cNvPr>
          <p:cNvSpPr>
            <a:spLocks xmlns:a="http://schemas.openxmlformats.org/drawingml/2006/main" noGrp="1"/>
          </p:cNvSpPr>
          <p:nvPr/>
        </p:nvSpPr>
        <p:spPr>
          <a:xfrm xmlns:a="http://schemas.openxmlformats.org/drawingml/2006/main">
            <a:off x="1133475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9FB7BC"/>
                </a:solidFill>
                <a:latin typeface="Arial"/>
                <a:ea typeface="Arial"/>
                <a:cs typeface="Arial"/>
              </a:defRPr>
            </a:defPPr>
            <a:lvl1pPr>
              <a:defRPr sz="975" b="0">
                <a:solidFill>
                  <a:srgbClr val="9FB7BC"/>
                </a:solidFill>
                <a:latin typeface="Arial"/>
                <a:ea typeface="Arial"/>
                <a:cs typeface="Arial"/>
              </a:defRPr>
            </a:lvl1pPr>
            <a:lvl2pPr>
              <a:defRPr sz="975" b="0">
                <a:solidFill>
                  <a:srgbClr val="9FB7BC"/>
                </a:solidFill>
                <a:latin typeface="Arial"/>
                <a:ea typeface="Arial"/>
                <a:cs typeface="Arial"/>
              </a:defRPr>
            </a:lvl2pPr>
            <a:lvl3pPr>
              <a:defRPr sz="975" b="0">
                <a:solidFill>
                  <a:srgbClr val="9FB7BC"/>
                </a:solidFill>
                <a:latin typeface="Arial"/>
                <a:ea typeface="Arial"/>
                <a:cs typeface="Arial"/>
              </a:defRPr>
            </a:lvl3pPr>
            <a:lvl4pPr>
              <a:defRPr sz="975" b="0">
                <a:solidFill>
                  <a:srgbClr val="9FB7BC"/>
                </a:solidFill>
                <a:latin typeface="Arial"/>
                <a:ea typeface="Arial"/>
                <a:cs typeface="Arial"/>
              </a:defRPr>
            </a:lvl4pPr>
            <a:lvl5pPr>
              <a:defRPr sz="975" b="0">
                <a:solidFill>
                  <a:srgbClr val="9FB7BC"/>
                </a:solidFill>
                <a:latin typeface="Arial"/>
                <a:ea typeface="Arial"/>
                <a:cs typeface="Arial"/>
              </a:defRPr>
            </a:lvl5pPr>
            <a:lvl6pPr>
              <a:defRPr sz="975" b="0">
                <a:solidFill>
                  <a:srgbClr val="9FB7BC"/>
                </a:solidFill>
                <a:latin typeface="Arial"/>
                <a:ea typeface="Arial"/>
                <a:cs typeface="Arial"/>
              </a:defRPr>
            </a:lvl6pPr>
            <a:lvl7pPr>
              <a:defRPr sz="975" b="0">
                <a:solidFill>
                  <a:srgbClr val="9FB7BC"/>
                </a:solidFill>
                <a:latin typeface="Arial"/>
                <a:ea typeface="Arial"/>
                <a:cs typeface="Arial"/>
              </a:defRPr>
            </a:lvl7pPr>
            <a:lvl8pPr>
              <a:defRPr sz="975" b="0">
                <a:solidFill>
                  <a:srgbClr val="9FB7BC"/>
                </a:solidFill>
                <a:latin typeface="Arial"/>
                <a:ea typeface="Arial"/>
                <a:cs typeface="Arial"/>
              </a:defRPr>
            </a:lvl8pPr>
            <a:lvl9pPr>
              <a:defRPr sz="975" b="0">
                <a:solidFill>
                  <a:srgbClr val="9FB7BC"/>
                </a:solidFill>
                <a:latin typeface="Arial"/>
                <a:ea typeface="Arial"/>
                <a:cs typeface="Arial"/>
              </a:defRPr>
            </a:lvl9pPr>
          </a:lstStyle>
          <a:p xmlns:a="http://schemas.openxmlformats.org/drawingml/2006/main">
            <a:pPr>
              <a:defRPr sz="975" b="0">
                <a:solidFill>
                  <a:srgbClr val="9FB7BC"/>
                </a:solidFill>
                <a:latin typeface="Arial"/>
                <a:ea typeface="Arial"/>
                <a:cs typeface="Arial"/>
              </a:defRPr>
            </a:pPr>
            <a:r>
              <a:rPr sz="975" b="0">
                <a:solidFill>
                  <a:srgbClr val="9FB7BC"/>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FF68943F-18FF-4B8E-AD87-2EE0305F8BC9}"/>
              </a:ext>
            </a:extLst>
          </p:cNvPr>
          <p:cNvSpPr>
            <a:spLocks xmlns:a="http://schemas.openxmlformats.org/drawingml/2006/main" noGrp="1"/>
          </p:cNvSpPr>
          <p:nvPr/>
        </p:nvSpPr>
        <p:spPr>
          <a:xfrm xmlns:a="http://schemas.openxmlformats.org/drawingml/2006/main">
            <a:off x="533400" y="204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defRPr sz="2025" b="1">
                <a:solidFill>
                  <a:srgbClr val="ACE66A"/>
                </a:solidFill>
                <a:latin typeface="Arial"/>
                <a:ea typeface="Arial"/>
                <a:cs typeface="Arial"/>
              </a:defRPr>
            </a:lvl1pPr>
            <a:lvl2pPr>
              <a:defRPr sz="2025" b="1">
                <a:solidFill>
                  <a:srgbClr val="ACE66A"/>
                </a:solidFill>
                <a:latin typeface="Arial"/>
                <a:ea typeface="Arial"/>
                <a:cs typeface="Arial"/>
              </a:defRPr>
            </a:lvl2pPr>
            <a:lvl3pPr>
              <a:defRPr sz="2025" b="1">
                <a:solidFill>
                  <a:srgbClr val="ACE66A"/>
                </a:solidFill>
                <a:latin typeface="Arial"/>
                <a:ea typeface="Arial"/>
                <a:cs typeface="Arial"/>
              </a:defRPr>
            </a:lvl3pPr>
            <a:lvl4pPr>
              <a:defRPr sz="2025" b="1">
                <a:solidFill>
                  <a:srgbClr val="ACE66A"/>
                </a:solidFill>
                <a:latin typeface="Arial"/>
                <a:ea typeface="Arial"/>
                <a:cs typeface="Arial"/>
              </a:defRPr>
            </a:lvl4pPr>
            <a:lvl5pPr>
              <a:defRPr sz="2025" b="1">
                <a:solidFill>
                  <a:srgbClr val="ACE66A"/>
                </a:solidFill>
                <a:latin typeface="Arial"/>
                <a:ea typeface="Arial"/>
                <a:cs typeface="Arial"/>
              </a:defRPr>
            </a:lvl5pPr>
            <a:lvl6pPr>
              <a:defRPr sz="2025" b="1">
                <a:solidFill>
                  <a:srgbClr val="ACE66A"/>
                </a:solidFill>
                <a:latin typeface="Arial"/>
                <a:ea typeface="Arial"/>
                <a:cs typeface="Arial"/>
              </a:defRPr>
            </a:lvl6pPr>
            <a:lvl7pPr>
              <a:defRPr sz="2025" b="1">
                <a:solidFill>
                  <a:srgbClr val="ACE66A"/>
                </a:solidFill>
                <a:latin typeface="Arial"/>
                <a:ea typeface="Arial"/>
                <a:cs typeface="Arial"/>
              </a:defRPr>
            </a:lvl7pPr>
            <a:lvl8pPr>
              <a:defRPr sz="2025" b="1">
                <a:solidFill>
                  <a:srgbClr val="ACE66A"/>
                </a:solidFill>
                <a:latin typeface="Arial"/>
                <a:ea typeface="Arial"/>
                <a:cs typeface="Arial"/>
              </a:defRPr>
            </a:lvl8pPr>
            <a:lvl9pPr>
              <a:defRPr sz="2025" b="1">
                <a:solidFill>
                  <a:srgbClr val="ACE66A"/>
                </a:solidFill>
                <a:latin typeface="Arial"/>
                <a:ea typeface="Arial"/>
                <a:cs typeface="Arial"/>
              </a:defRPr>
            </a:lvl9pPr>
          </a:lstStyle>
          <a:p xmlns:a="http://schemas.openxmlformats.org/drawingml/2006/main">
            <a:pPr>
              <a:defRPr sz="2025" b="1">
                <a:solidFill>
                  <a:srgbClr val="ACE66A"/>
                </a:solidFill>
                <a:latin typeface="Arial"/>
                <a:ea typeface="Arial"/>
                <a:cs typeface="Arial"/>
              </a:defRPr>
            </a:pPr>
            <a:r>
              <a:rPr sz="2025" b="1">
                <a:solidFill>
                  <a:srgbClr val="ACE66A"/>
                </a:solidFill>
                <a:latin typeface="Arial"/>
                <a:ea typeface="Arial"/>
                <a:cs typeface="Arial"/>
              </a:rPr>
              <a:t>Proposed fit: personal finance assistant</a:t>
            </a:r>
          </a:p>
        </p:txBody>
      </p:sp>
      <p:sp>
        <p:nvSpPr>
          <p:cNvPr id="6" name="">
            <a:extLst xmlns:a="http://schemas.openxmlformats.org/drawingml/2006/main">
              <a:ext uri="{FF2B5EF4-FFF2-40B4-BE49-F238E27FC236}">
                <a16:creationId xmlns:a16="http://schemas.microsoft.com/office/drawing/2014/main" id="{7904E3C3-292F-4F21-8401-B8AF2B13C5A0}"/>
              </a:ext>
            </a:extLst>
          </p:cNvPr>
          <p:cNvSpPr>
            <a:spLocks xmlns:a="http://schemas.openxmlformats.org/drawingml/2006/main" noGrp="1"/>
          </p:cNvSpPr>
          <p:nvPr/>
        </p:nvSpPr>
        <p:spPr>
          <a:xfrm xmlns:a="http://schemas.openxmlformats.org/drawingml/2006/main">
            <a:off x="533400" y="2476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BE8E9"/>
                </a:solidFill>
                <a:latin typeface="Arial"/>
                <a:ea typeface="Arial"/>
                <a:cs typeface="Arial"/>
              </a:defRPr>
            </a:defPPr>
            <a:lvl1pPr>
              <a:defRPr sz="1800" b="0">
                <a:solidFill>
                  <a:srgbClr val="DBE8E9"/>
                </a:solidFill>
                <a:latin typeface="Arial"/>
                <a:ea typeface="Arial"/>
                <a:cs typeface="Arial"/>
              </a:defRPr>
            </a:lvl1pPr>
            <a:lvl2pPr>
              <a:defRPr sz="1800" b="0">
                <a:solidFill>
                  <a:srgbClr val="DBE8E9"/>
                </a:solidFill>
                <a:latin typeface="Arial"/>
                <a:ea typeface="Arial"/>
                <a:cs typeface="Arial"/>
              </a:defRPr>
            </a:lvl2pPr>
            <a:lvl3pPr>
              <a:defRPr sz="1800" b="0">
                <a:solidFill>
                  <a:srgbClr val="DBE8E9"/>
                </a:solidFill>
                <a:latin typeface="Arial"/>
                <a:ea typeface="Arial"/>
                <a:cs typeface="Arial"/>
              </a:defRPr>
            </a:lvl3pPr>
            <a:lvl4pPr>
              <a:defRPr sz="1800" b="0">
                <a:solidFill>
                  <a:srgbClr val="DBE8E9"/>
                </a:solidFill>
                <a:latin typeface="Arial"/>
                <a:ea typeface="Arial"/>
                <a:cs typeface="Arial"/>
              </a:defRPr>
            </a:lvl4pPr>
            <a:lvl5pPr>
              <a:defRPr sz="1800" b="0">
                <a:solidFill>
                  <a:srgbClr val="DBE8E9"/>
                </a:solidFill>
                <a:latin typeface="Arial"/>
                <a:ea typeface="Arial"/>
                <a:cs typeface="Arial"/>
              </a:defRPr>
            </a:lvl5pPr>
            <a:lvl6pPr>
              <a:defRPr sz="1800" b="0">
                <a:solidFill>
                  <a:srgbClr val="DBE8E9"/>
                </a:solidFill>
                <a:latin typeface="Arial"/>
                <a:ea typeface="Arial"/>
                <a:cs typeface="Arial"/>
              </a:defRPr>
            </a:lvl6pPr>
            <a:lvl7pPr>
              <a:defRPr sz="1800" b="0">
                <a:solidFill>
                  <a:srgbClr val="DBE8E9"/>
                </a:solidFill>
                <a:latin typeface="Arial"/>
                <a:ea typeface="Arial"/>
                <a:cs typeface="Arial"/>
              </a:defRPr>
            </a:lvl7pPr>
            <a:lvl8pPr>
              <a:defRPr sz="1800" b="0">
                <a:solidFill>
                  <a:srgbClr val="DBE8E9"/>
                </a:solidFill>
                <a:latin typeface="Arial"/>
                <a:ea typeface="Arial"/>
                <a:cs typeface="Arial"/>
              </a:defRPr>
            </a:lvl8pPr>
            <a:lvl9pPr>
              <a:defRPr sz="1800" b="0">
                <a:solidFill>
                  <a:srgbClr val="DBE8E9"/>
                </a:solidFill>
                <a:latin typeface="Arial"/>
                <a:ea typeface="Arial"/>
                <a:cs typeface="Arial"/>
              </a:defRPr>
            </a:lvl9pPr>
          </a:lstStyle>
          <a:p xmlns:a="http://schemas.openxmlformats.org/drawingml/2006/main">
            <a:pPr>
              <a:defRPr sz="1800" b="0">
                <a:solidFill>
                  <a:srgbClr val="DBE8E9"/>
                </a:solidFill>
                <a:latin typeface="Arial"/>
                <a:ea typeface="Arial"/>
                <a:cs typeface="Arial"/>
              </a:defRPr>
            </a:pPr>
            <a:r>
              <a:rPr sz="1800" b="0">
                <a:solidFill>
                  <a:srgbClr val="DBE8E9"/>
                </a:solidFill>
                <a:latin typeface="Arial"/>
                <a:ea typeface="Arial"/>
                <a:cs typeface="Arial"/>
              </a:rPr>
              <a:t>Budgeting, bill analysis, spending insights and advice based on recorded finances.</a:t>
            </a:r>
          </a:p>
        </p:txBody>
      </p:sp>
      <p:sp>
        <p:nvSpPr>
          <p:cNvPr id="7" name="">
            <a:extLst xmlns:a="http://schemas.openxmlformats.org/drawingml/2006/main">
              <a:ext uri="{FF2B5EF4-FFF2-40B4-BE49-F238E27FC236}">
                <a16:creationId xmlns:a16="http://schemas.microsoft.com/office/drawing/2014/main" id="{448E3C4B-B1F0-42F1-9438-4EAA99F208B0}"/>
              </a:ext>
            </a:extLst>
          </p:cNvPr>
          <p:cNvSpPr>
            <a:spLocks xmlns:a="http://schemas.openxmlformats.org/drawingml/2006/main" noGrp="1"/>
          </p:cNvSpPr>
          <p:nvPr/>
        </p:nvSpPr>
        <p:spPr>
          <a:xfrm xmlns:a="http://schemas.openxmlformats.org/drawingml/2006/main">
            <a:off x="533400" y="3286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defRPr sz="2025" b="1">
                <a:solidFill>
                  <a:srgbClr val="ACE66A"/>
                </a:solidFill>
                <a:latin typeface="Arial"/>
                <a:ea typeface="Arial"/>
                <a:cs typeface="Arial"/>
              </a:defRPr>
            </a:lvl1pPr>
            <a:lvl2pPr>
              <a:defRPr sz="2025" b="1">
                <a:solidFill>
                  <a:srgbClr val="ACE66A"/>
                </a:solidFill>
                <a:latin typeface="Arial"/>
                <a:ea typeface="Arial"/>
                <a:cs typeface="Arial"/>
              </a:defRPr>
            </a:lvl2pPr>
            <a:lvl3pPr>
              <a:defRPr sz="2025" b="1">
                <a:solidFill>
                  <a:srgbClr val="ACE66A"/>
                </a:solidFill>
                <a:latin typeface="Arial"/>
                <a:ea typeface="Arial"/>
                <a:cs typeface="Arial"/>
              </a:defRPr>
            </a:lvl3pPr>
            <a:lvl4pPr>
              <a:defRPr sz="2025" b="1">
                <a:solidFill>
                  <a:srgbClr val="ACE66A"/>
                </a:solidFill>
                <a:latin typeface="Arial"/>
                <a:ea typeface="Arial"/>
                <a:cs typeface="Arial"/>
              </a:defRPr>
            </a:lvl4pPr>
            <a:lvl5pPr>
              <a:defRPr sz="2025" b="1">
                <a:solidFill>
                  <a:srgbClr val="ACE66A"/>
                </a:solidFill>
                <a:latin typeface="Arial"/>
                <a:ea typeface="Arial"/>
                <a:cs typeface="Arial"/>
              </a:defRPr>
            </a:lvl5pPr>
            <a:lvl6pPr>
              <a:defRPr sz="2025" b="1">
                <a:solidFill>
                  <a:srgbClr val="ACE66A"/>
                </a:solidFill>
                <a:latin typeface="Arial"/>
                <a:ea typeface="Arial"/>
                <a:cs typeface="Arial"/>
              </a:defRPr>
            </a:lvl6pPr>
            <a:lvl7pPr>
              <a:defRPr sz="2025" b="1">
                <a:solidFill>
                  <a:srgbClr val="ACE66A"/>
                </a:solidFill>
                <a:latin typeface="Arial"/>
                <a:ea typeface="Arial"/>
                <a:cs typeface="Arial"/>
              </a:defRPr>
            </a:lvl7pPr>
            <a:lvl8pPr>
              <a:defRPr sz="2025" b="1">
                <a:solidFill>
                  <a:srgbClr val="ACE66A"/>
                </a:solidFill>
                <a:latin typeface="Arial"/>
                <a:ea typeface="Arial"/>
                <a:cs typeface="Arial"/>
              </a:defRPr>
            </a:lvl8pPr>
            <a:lvl9pPr>
              <a:defRPr sz="2025" b="1">
                <a:solidFill>
                  <a:srgbClr val="ACE66A"/>
                </a:solidFill>
                <a:latin typeface="Arial"/>
                <a:ea typeface="Arial"/>
                <a:cs typeface="Arial"/>
              </a:defRPr>
            </a:lvl9pPr>
          </a:lstStyle>
          <a:p xmlns:a="http://schemas.openxmlformats.org/drawingml/2006/main">
            <a:pPr>
              <a:defRPr sz="2025" b="1">
                <a:solidFill>
                  <a:srgbClr val="ACE66A"/>
                </a:solidFill>
                <a:latin typeface="Arial"/>
                <a:ea typeface="Arial"/>
                <a:cs typeface="Arial"/>
              </a:defRPr>
            </a:pPr>
            <a:r>
              <a:rPr sz="2025" b="1">
                <a:solidFill>
                  <a:srgbClr val="ACE66A"/>
                </a:solidFill>
                <a:latin typeface="Arial"/>
                <a:ea typeface="Arial"/>
                <a:cs typeface="Arial"/>
              </a:rPr>
              <a:t>Evidence package</a:t>
            </a:r>
          </a:p>
        </p:txBody>
      </p:sp>
      <p:sp>
        <p:nvSpPr>
          <p:cNvPr id="8" name="">
            <a:extLst xmlns:a="http://schemas.openxmlformats.org/drawingml/2006/main">
              <a:ext uri="{FF2B5EF4-FFF2-40B4-BE49-F238E27FC236}">
                <a16:creationId xmlns:a16="http://schemas.microsoft.com/office/drawing/2014/main" id="{7578D953-7F63-40DF-B1C5-D9356AC2D228}"/>
              </a:ext>
            </a:extLst>
          </p:cNvPr>
          <p:cNvSpPr>
            <a:spLocks xmlns:a="http://schemas.openxmlformats.org/drawingml/2006/main" noGrp="1"/>
          </p:cNvSpPr>
          <p:nvPr/>
        </p:nvSpPr>
        <p:spPr>
          <a:xfrm xmlns:a="http://schemas.openxmlformats.org/drawingml/2006/main">
            <a:off x="533400" y="37147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BE8E9"/>
                </a:solidFill>
                <a:latin typeface="Arial"/>
                <a:ea typeface="Arial"/>
                <a:cs typeface="Arial"/>
              </a:defRPr>
            </a:defPPr>
            <a:lvl1pPr>
              <a:defRPr sz="1800" b="0">
                <a:solidFill>
                  <a:srgbClr val="DBE8E9"/>
                </a:solidFill>
                <a:latin typeface="Arial"/>
                <a:ea typeface="Arial"/>
                <a:cs typeface="Arial"/>
              </a:defRPr>
            </a:lvl1pPr>
            <a:lvl2pPr>
              <a:defRPr sz="1800" b="0">
                <a:solidFill>
                  <a:srgbClr val="DBE8E9"/>
                </a:solidFill>
                <a:latin typeface="Arial"/>
                <a:ea typeface="Arial"/>
                <a:cs typeface="Arial"/>
              </a:defRPr>
            </a:lvl2pPr>
            <a:lvl3pPr>
              <a:defRPr sz="1800" b="0">
                <a:solidFill>
                  <a:srgbClr val="DBE8E9"/>
                </a:solidFill>
                <a:latin typeface="Arial"/>
                <a:ea typeface="Arial"/>
                <a:cs typeface="Arial"/>
              </a:defRPr>
            </a:lvl3pPr>
            <a:lvl4pPr>
              <a:defRPr sz="1800" b="0">
                <a:solidFill>
                  <a:srgbClr val="DBE8E9"/>
                </a:solidFill>
                <a:latin typeface="Arial"/>
                <a:ea typeface="Arial"/>
                <a:cs typeface="Arial"/>
              </a:defRPr>
            </a:lvl4pPr>
            <a:lvl5pPr>
              <a:defRPr sz="1800" b="0">
                <a:solidFill>
                  <a:srgbClr val="DBE8E9"/>
                </a:solidFill>
                <a:latin typeface="Arial"/>
                <a:ea typeface="Arial"/>
                <a:cs typeface="Arial"/>
              </a:defRPr>
            </a:lvl5pPr>
            <a:lvl6pPr>
              <a:defRPr sz="1800" b="0">
                <a:solidFill>
                  <a:srgbClr val="DBE8E9"/>
                </a:solidFill>
                <a:latin typeface="Arial"/>
                <a:ea typeface="Arial"/>
                <a:cs typeface="Arial"/>
              </a:defRPr>
            </a:lvl6pPr>
            <a:lvl7pPr>
              <a:defRPr sz="1800" b="0">
                <a:solidFill>
                  <a:srgbClr val="DBE8E9"/>
                </a:solidFill>
                <a:latin typeface="Arial"/>
                <a:ea typeface="Arial"/>
                <a:cs typeface="Arial"/>
              </a:defRPr>
            </a:lvl7pPr>
            <a:lvl8pPr>
              <a:defRPr sz="1800" b="0">
                <a:solidFill>
                  <a:srgbClr val="DBE8E9"/>
                </a:solidFill>
                <a:latin typeface="Arial"/>
                <a:ea typeface="Arial"/>
                <a:cs typeface="Arial"/>
              </a:defRPr>
            </a:lvl8pPr>
            <a:lvl9pPr>
              <a:defRPr sz="1800" b="0">
                <a:solidFill>
                  <a:srgbClr val="DBE8E9"/>
                </a:solidFill>
                <a:latin typeface="Arial"/>
                <a:ea typeface="Arial"/>
                <a:cs typeface="Arial"/>
              </a:defRPr>
            </a:lvl9pPr>
          </a:lstStyle>
          <a:p xmlns:a="http://schemas.openxmlformats.org/drawingml/2006/main">
            <a:pPr>
              <a:defRPr sz="1800" b="0">
                <a:solidFill>
                  <a:srgbClr val="DBE8E9"/>
                </a:solidFill>
                <a:latin typeface="Arial"/>
                <a:ea typeface="Arial"/>
                <a:cs typeface="Arial"/>
              </a:defRPr>
            </a:pPr>
            <a:r>
              <a:rPr sz="1800" b="0">
                <a:solidFill>
                  <a:srgbClr val="DBE8E9"/>
                </a:solidFill>
                <a:latin typeface="Arial"/>
                <a:ea typeface="Arial"/>
                <a:cs typeface="Arial"/>
              </a:rPr>
              <a:t>Updated deck, execution demo, walkthrough, source and disclosed test records.</a:t>
            </a:r>
          </a:p>
        </p:txBody>
      </p:sp>
      <p:sp>
        <p:nvSpPr>
          <p:cNvPr id="9" name="">
            <a:extLst xmlns:a="http://schemas.openxmlformats.org/drawingml/2006/main">
              <a:ext uri="{FF2B5EF4-FFF2-40B4-BE49-F238E27FC236}">
                <a16:creationId xmlns:a16="http://schemas.microsoft.com/office/drawing/2014/main" id="{703A841A-0850-4A48-A99E-A1D2A022B67E}"/>
              </a:ext>
            </a:extLst>
          </p:cNvPr>
          <p:cNvSpPr>
            <a:spLocks xmlns:a="http://schemas.openxmlformats.org/drawingml/2006/main" noGrp="1"/>
          </p:cNvSpPr>
          <p:nvPr/>
        </p:nvSpPr>
        <p:spPr>
          <a:xfrm xmlns:a="http://schemas.openxmlformats.org/drawingml/2006/main">
            <a:off x="533400" y="45243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E66A"/>
                </a:solidFill>
                <a:latin typeface="Arial"/>
                <a:ea typeface="Arial"/>
                <a:cs typeface="Arial"/>
              </a:defRPr>
            </a:defPPr>
            <a:lvl1pPr>
              <a:defRPr sz="2025" b="1">
                <a:solidFill>
                  <a:srgbClr val="ACE66A"/>
                </a:solidFill>
                <a:latin typeface="Arial"/>
                <a:ea typeface="Arial"/>
                <a:cs typeface="Arial"/>
              </a:defRPr>
            </a:lvl1pPr>
            <a:lvl2pPr>
              <a:defRPr sz="2025" b="1">
                <a:solidFill>
                  <a:srgbClr val="ACE66A"/>
                </a:solidFill>
                <a:latin typeface="Arial"/>
                <a:ea typeface="Arial"/>
                <a:cs typeface="Arial"/>
              </a:defRPr>
            </a:lvl2pPr>
            <a:lvl3pPr>
              <a:defRPr sz="2025" b="1">
                <a:solidFill>
                  <a:srgbClr val="ACE66A"/>
                </a:solidFill>
                <a:latin typeface="Arial"/>
                <a:ea typeface="Arial"/>
                <a:cs typeface="Arial"/>
              </a:defRPr>
            </a:lvl3pPr>
            <a:lvl4pPr>
              <a:defRPr sz="2025" b="1">
                <a:solidFill>
                  <a:srgbClr val="ACE66A"/>
                </a:solidFill>
                <a:latin typeface="Arial"/>
                <a:ea typeface="Arial"/>
                <a:cs typeface="Arial"/>
              </a:defRPr>
            </a:lvl4pPr>
            <a:lvl5pPr>
              <a:defRPr sz="2025" b="1">
                <a:solidFill>
                  <a:srgbClr val="ACE66A"/>
                </a:solidFill>
                <a:latin typeface="Arial"/>
                <a:ea typeface="Arial"/>
                <a:cs typeface="Arial"/>
              </a:defRPr>
            </a:lvl5pPr>
            <a:lvl6pPr>
              <a:defRPr sz="2025" b="1">
                <a:solidFill>
                  <a:srgbClr val="ACE66A"/>
                </a:solidFill>
                <a:latin typeface="Arial"/>
                <a:ea typeface="Arial"/>
                <a:cs typeface="Arial"/>
              </a:defRPr>
            </a:lvl6pPr>
            <a:lvl7pPr>
              <a:defRPr sz="2025" b="1">
                <a:solidFill>
                  <a:srgbClr val="ACE66A"/>
                </a:solidFill>
                <a:latin typeface="Arial"/>
                <a:ea typeface="Arial"/>
                <a:cs typeface="Arial"/>
              </a:defRPr>
            </a:lvl7pPr>
            <a:lvl8pPr>
              <a:defRPr sz="2025" b="1">
                <a:solidFill>
                  <a:srgbClr val="ACE66A"/>
                </a:solidFill>
                <a:latin typeface="Arial"/>
                <a:ea typeface="Arial"/>
                <a:cs typeface="Arial"/>
              </a:defRPr>
            </a:lvl8pPr>
            <a:lvl9pPr>
              <a:defRPr sz="2025" b="1">
                <a:solidFill>
                  <a:srgbClr val="ACE66A"/>
                </a:solidFill>
                <a:latin typeface="Arial"/>
                <a:ea typeface="Arial"/>
                <a:cs typeface="Arial"/>
              </a:defRPr>
            </a:lvl9pPr>
          </a:lstStyle>
          <a:p xmlns:a="http://schemas.openxmlformats.org/drawingml/2006/main">
            <a:pPr>
              <a:defRPr sz="2025" b="1">
                <a:solidFill>
                  <a:srgbClr val="ACE66A"/>
                </a:solidFill>
                <a:latin typeface="Arial"/>
                <a:ea typeface="Arial"/>
                <a:cs typeface="Arial"/>
              </a:defRPr>
            </a:pPr>
            <a:r>
              <a:rPr sz="2025" b="1">
                <a:solidFill>
                  <a:srgbClr val="ACE66A"/>
                </a:solidFill>
                <a:latin typeface="Arial"/>
                <a:ea typeface="Arial"/>
                <a:cs typeface="Arial"/>
              </a:rPr>
              <a:t>Team actions still needed</a:t>
            </a:r>
          </a:p>
        </p:txBody>
      </p:sp>
      <p:sp>
        <p:nvSpPr>
          <p:cNvPr id="10" name="">
            <a:extLst xmlns:a="http://schemas.openxmlformats.org/drawingml/2006/main">
              <a:ext uri="{FF2B5EF4-FFF2-40B4-BE49-F238E27FC236}">
                <a16:creationId xmlns:a16="http://schemas.microsoft.com/office/drawing/2014/main" id="{D2E294D1-8F0E-403A-8A72-E753B53DBDC8}"/>
              </a:ext>
            </a:extLst>
          </p:cNvPr>
          <p:cNvSpPr>
            <a:spLocks xmlns:a="http://schemas.openxmlformats.org/drawingml/2006/main" noGrp="1"/>
          </p:cNvSpPr>
          <p:nvPr/>
        </p:nvSpPr>
        <p:spPr>
          <a:xfrm xmlns:a="http://schemas.openxmlformats.org/drawingml/2006/main">
            <a:off x="533400" y="49530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BE8E9"/>
                </a:solidFill>
                <a:latin typeface="Arial"/>
                <a:ea typeface="Arial"/>
                <a:cs typeface="Arial"/>
              </a:defRPr>
            </a:defPPr>
            <a:lvl1pPr>
              <a:defRPr sz="1800" b="0">
                <a:solidFill>
                  <a:srgbClr val="DBE8E9"/>
                </a:solidFill>
                <a:latin typeface="Arial"/>
                <a:ea typeface="Arial"/>
                <a:cs typeface="Arial"/>
              </a:defRPr>
            </a:lvl1pPr>
            <a:lvl2pPr>
              <a:defRPr sz="1800" b="0">
                <a:solidFill>
                  <a:srgbClr val="DBE8E9"/>
                </a:solidFill>
                <a:latin typeface="Arial"/>
                <a:ea typeface="Arial"/>
                <a:cs typeface="Arial"/>
              </a:defRPr>
            </a:lvl2pPr>
            <a:lvl3pPr>
              <a:defRPr sz="1800" b="0">
                <a:solidFill>
                  <a:srgbClr val="DBE8E9"/>
                </a:solidFill>
                <a:latin typeface="Arial"/>
                <a:ea typeface="Arial"/>
                <a:cs typeface="Arial"/>
              </a:defRPr>
            </a:lvl3pPr>
            <a:lvl4pPr>
              <a:defRPr sz="1800" b="0">
                <a:solidFill>
                  <a:srgbClr val="DBE8E9"/>
                </a:solidFill>
                <a:latin typeface="Arial"/>
                <a:ea typeface="Arial"/>
                <a:cs typeface="Arial"/>
              </a:defRPr>
            </a:lvl4pPr>
            <a:lvl5pPr>
              <a:defRPr sz="1800" b="0">
                <a:solidFill>
                  <a:srgbClr val="DBE8E9"/>
                </a:solidFill>
                <a:latin typeface="Arial"/>
                <a:ea typeface="Arial"/>
                <a:cs typeface="Arial"/>
              </a:defRPr>
            </a:lvl5pPr>
            <a:lvl6pPr>
              <a:defRPr sz="1800" b="0">
                <a:solidFill>
                  <a:srgbClr val="DBE8E9"/>
                </a:solidFill>
                <a:latin typeface="Arial"/>
                <a:ea typeface="Arial"/>
                <a:cs typeface="Arial"/>
              </a:defRPr>
            </a:lvl6pPr>
            <a:lvl7pPr>
              <a:defRPr sz="1800" b="0">
                <a:solidFill>
                  <a:srgbClr val="DBE8E9"/>
                </a:solidFill>
                <a:latin typeface="Arial"/>
                <a:ea typeface="Arial"/>
                <a:cs typeface="Arial"/>
              </a:defRPr>
            </a:lvl7pPr>
            <a:lvl8pPr>
              <a:defRPr sz="1800" b="0">
                <a:solidFill>
                  <a:srgbClr val="DBE8E9"/>
                </a:solidFill>
                <a:latin typeface="Arial"/>
                <a:ea typeface="Arial"/>
                <a:cs typeface="Arial"/>
              </a:defRPr>
            </a:lvl8pPr>
            <a:lvl9pPr>
              <a:defRPr sz="1800" b="0">
                <a:solidFill>
                  <a:srgbClr val="DBE8E9"/>
                </a:solidFill>
                <a:latin typeface="Arial"/>
                <a:ea typeface="Arial"/>
                <a:cs typeface="Arial"/>
              </a:defRPr>
            </a:lvl9pPr>
          </a:lstStyle>
          <a:p xmlns:a="http://schemas.openxmlformats.org/drawingml/2006/main">
            <a:pPr>
              <a:defRPr sz="1800" b="0">
                <a:solidFill>
                  <a:srgbClr val="DBE8E9"/>
                </a:solidFill>
                <a:latin typeface="Arial"/>
                <a:ea typeface="Arial"/>
                <a:cs typeface="Arial"/>
              </a:defRPr>
            </a:pPr>
            <a:r>
              <a:rPr sz="1800" b="0">
                <a:solidFill>
                  <a:srgbClr val="DBE8E9"/>
                </a:solidFill>
                <a:latin typeface="Arial"/>
                <a:ea typeface="Arial"/>
                <a:cs typeface="Arial"/>
              </a:rPr>
              <a:t>Repository URL, formal roster/proofs, physical-device review and official upload.</a:t>
            </a:r>
          </a:p>
        </p:txBody>
      </p:sp>
    </p:spTree>
    <p:extLst>
      <p:ext uri="{BB962C8B-B14F-4D97-AF65-F5344CB8AC3E}">
        <p14:creationId xmlns:p14="http://schemas.microsoft.com/office/powerpoint/2010/main" val="6116065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2026-10-20T14:21:19.2400000Z</dcterms:created>
  <dcterms:modified xsi:type="dcterms:W3CDTF">2026-10-20T14:21:19.2400000Z</dcterms:modified>
</coreProperties>
</file>